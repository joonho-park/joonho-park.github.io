
<file path=[Content_Types].xml><?xml version="1.0" encoding="utf-8"?>
<Types xmlns="http://schemas.openxmlformats.org/package/2006/content-types">
  <Default Extension="png" ContentType="image/png"/>
  <Default Extension="svg" ContentType="image/svg+xml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7"/>
  </p:notesMasterIdLst>
  <p:sldIdLst>
    <p:sldId id="257" r:id="rId2"/>
    <p:sldId id="259" r:id="rId3"/>
    <p:sldId id="275" r:id="rId4"/>
    <p:sldId id="276" r:id="rId5"/>
    <p:sldId id="277" r:id="rId6"/>
    <p:sldId id="278" r:id="rId7"/>
    <p:sldId id="260" r:id="rId8"/>
    <p:sldId id="261" r:id="rId9"/>
    <p:sldId id="262" r:id="rId10"/>
    <p:sldId id="279" r:id="rId11"/>
    <p:sldId id="280" r:id="rId12"/>
    <p:sldId id="281" r:id="rId13"/>
    <p:sldId id="282" r:id="rId14"/>
    <p:sldId id="283" r:id="rId15"/>
    <p:sldId id="284" r:id="rId16"/>
    <p:sldId id="285" r:id="rId17"/>
    <p:sldId id="286" r:id="rId18"/>
    <p:sldId id="287" r:id="rId19"/>
    <p:sldId id="288" r:id="rId20"/>
    <p:sldId id="289" r:id="rId21"/>
    <p:sldId id="290" r:id="rId22"/>
    <p:sldId id="291" r:id="rId23"/>
    <p:sldId id="273" r:id="rId24"/>
    <p:sldId id="293" r:id="rId25"/>
    <p:sldId id="294" r:id="rId26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2F3C1"/>
    <a:srgbClr val="CCEC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16" autoAdjust="0"/>
    <p:restoredTop sz="94660"/>
  </p:normalViewPr>
  <p:slideViewPr>
    <p:cSldViewPr snapToGrid="0">
      <p:cViewPr varScale="1">
        <p:scale>
          <a:sx n="95" d="100"/>
          <a:sy n="95" d="100"/>
        </p:scale>
        <p:origin x="600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notesMaster" Target="notesMasters/notesMaster1.xml"/><Relationship Id="rId30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9BCABF5-0E2C-44E8-B1E9-C479705C3948}" type="datetimeFigureOut">
              <a:rPr lang="ko-KR" altLang="en-US" smtClean="0"/>
              <a:t>2026-02-11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37ACA97-8596-4407-BB64-616BCCC7688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4416372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75781131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2C73C8D-1B4C-A44F-6B8D-D47690CAC4F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D6E6A158-D3D8-3578-7D9D-D9B44883536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565F453-7795-31CA-C326-67AFA3E6C3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DFE29B-93A1-40D1-A604-D00555902BE4}" type="datetimeFigureOut">
              <a:rPr lang="ko-KR" altLang="en-US" smtClean="0"/>
              <a:t>2026-02-11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11BC696-39A7-E89C-7545-E4F3F8F0EB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98132B7-E9F7-EC02-60D0-1910ECBF37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C7DD00-5A82-43D3-A005-9E26CB83279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7925234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1D9D058-20DA-F219-2499-8AEA152F21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A2AB67D-8605-1D8C-465C-1EEBEE42CA7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BC1C086-0BAB-2C77-5F07-4B4362DC2B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DFE29B-93A1-40D1-A604-D00555902BE4}" type="datetimeFigureOut">
              <a:rPr lang="ko-KR" altLang="en-US" smtClean="0"/>
              <a:t>2026-02-11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024A780-9BC7-9992-F3AB-1C2C5FDF93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E76ED18-C5A0-5BBF-C1DC-705E12379D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C7DD00-5A82-43D3-A005-9E26CB83279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1822355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4091A86-5635-6DB2-06A0-15F2192C8D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CD2F2585-E856-7F13-859B-B0227C4D228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18065E2-A3CF-DA9C-938A-23C11A64A0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DFE29B-93A1-40D1-A604-D00555902BE4}" type="datetimeFigureOut">
              <a:rPr lang="ko-KR" altLang="en-US" smtClean="0"/>
              <a:t>2026-02-11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2DA31B6-B8CE-0A85-44C5-6D261AD833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FB62E32-80EC-43BE-52CA-6824DADAA1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C7DD00-5A82-43D3-A005-9E26CB83279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8650055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FC62583-6867-0AE3-9D20-D00146301F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CE49613-7E4B-2988-B7B9-268221A3714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8C5B0ACF-29FE-A5C1-05F4-E92AD5BB175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31612C0-2CF5-480A-5550-7D7F66AD5A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DFE29B-93A1-40D1-A604-D00555902BE4}" type="datetimeFigureOut">
              <a:rPr lang="ko-KR" altLang="en-US" smtClean="0"/>
              <a:t>2026-02-11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85017F35-D77C-786D-4BE9-F7C37A4568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3ED4F40C-8852-2CA0-7917-5D6544410B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C7DD00-5A82-43D3-A005-9E26CB83279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6766408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6DB5179-E3E0-B9AC-378C-5CFD872801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F73E243D-5499-C600-F1F3-685F0755B00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523DC676-E803-AB1C-134D-1AFDDA0E0DB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510E25EE-38D0-CCF0-E20B-B3B51A00811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B9218FB9-98D3-2996-2CF7-317EEC3D5A5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903F5A9D-9B0D-DDB2-C5BF-12F639715B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DFE29B-93A1-40D1-A604-D00555902BE4}" type="datetimeFigureOut">
              <a:rPr lang="ko-KR" altLang="en-US" smtClean="0"/>
              <a:t>2026-02-11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FA30951C-BC6A-EEAF-9C19-CAEE70FF66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8E090EE4-1E3D-E490-50ED-B2FA56ACAF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C7DD00-5A82-43D3-A005-9E26CB83279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4243981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0F2C383-2C21-4CE0-19B9-F35C74A110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8BAF23FB-2CCB-4E76-CE0C-8ED1972BBE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DFE29B-93A1-40D1-A604-D00555902BE4}" type="datetimeFigureOut">
              <a:rPr lang="ko-KR" altLang="en-US" smtClean="0"/>
              <a:t>2026-02-11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A655B855-FD20-E118-D17C-1466AFC8D0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0F175569-4847-30CB-7BF9-E9F3256901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C7DD00-5A82-43D3-A005-9E26CB83279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8207199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EDDD5F91-93B5-7FF0-6D66-80B6286B97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DFE29B-93A1-40D1-A604-D00555902BE4}" type="datetimeFigureOut">
              <a:rPr lang="ko-KR" altLang="en-US" smtClean="0"/>
              <a:t>2026-02-11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40E00DCE-01C7-AC79-F868-F08582D325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27AE8B6-D007-6F21-501C-C554FCDD0F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C7DD00-5A82-43D3-A005-9E26CB83279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3032859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6AA8B54-5556-A072-4648-FDE4EE25E4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31AA218-A9BB-163B-4535-5FD21821ECD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99D361D9-5F69-CE62-FF7A-482CCF89158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945DC682-69C1-F9FA-EE14-CE4BC9EECC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DFE29B-93A1-40D1-A604-D00555902BE4}" type="datetimeFigureOut">
              <a:rPr lang="ko-KR" altLang="en-US" smtClean="0"/>
              <a:t>2026-02-11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7AF30D86-8492-32DA-8767-08DDACA2DA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2A899287-4C4A-D547-AC82-F6A833CD13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C7DD00-5A82-43D3-A005-9E26CB83279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317594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02A9CFF-336E-4A08-A2DD-F892814C09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F9A6A540-E2F9-FFC8-7249-F152FB7A0FA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BDCCE544-0D35-F4F2-4A11-55CD6C1E043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FED9391D-01BA-E0B8-562E-4AC6BE118B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DFE29B-93A1-40D1-A604-D00555902BE4}" type="datetimeFigureOut">
              <a:rPr lang="ko-KR" altLang="en-US" smtClean="0"/>
              <a:t>2026-02-11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5D613268-D0C0-32DF-F178-3C8905FCEC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2D9F492C-C0AE-B6DA-1FBA-DD81EC3706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C7DD00-5A82-43D3-A005-9E26CB83279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0058540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E135EE1-CA7F-41FD-17B6-F4B2B9C0E6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F0CD9C54-0235-41D8-C9D3-DA82B4AB715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CF822F5-BAF5-4BDD-CCA7-3A276D7D82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DFE29B-93A1-40D1-A604-D00555902BE4}" type="datetimeFigureOut">
              <a:rPr lang="ko-KR" altLang="en-US" smtClean="0"/>
              <a:t>2026-02-11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0498ABA-3404-B137-A96E-808605014B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FBB1613-C52D-D7FD-3F5E-5012DE4914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C7DD00-5A82-43D3-A005-9E26CB83279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8728860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236B80D5-7D61-AE25-461A-BBACD812438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61834D6D-9A58-0323-8B27-C05BF48DD2D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409E8CD-CFC3-FBFC-D6E5-A9F2E26C47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DFE29B-93A1-40D1-A604-D00555902BE4}" type="datetimeFigureOut">
              <a:rPr lang="ko-KR" altLang="en-US" smtClean="0"/>
              <a:t>2026-02-11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8D2F8B4-FE2E-492C-409E-DD14F204FC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C72230F8-C930-6EC7-40A8-C34E969818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C7DD00-5A82-43D3-A005-9E26CB83279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2707935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4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직사각형 12">
            <a:extLst>
              <a:ext uri="{FF2B5EF4-FFF2-40B4-BE49-F238E27FC236}">
                <a16:creationId xmlns:a16="http://schemas.microsoft.com/office/drawing/2014/main" id="{F77C0ACC-2166-45F6-9E29-473674841765}"/>
              </a:ext>
            </a:extLst>
          </p:cNvPr>
          <p:cNvSpPr/>
          <p:nvPr userDrawn="1"/>
        </p:nvSpPr>
        <p:spPr bwMode="auto">
          <a:xfrm>
            <a:off x="0" y="6620963"/>
            <a:ext cx="12192000" cy="192360"/>
          </a:xfrm>
          <a:prstGeom prst="rect">
            <a:avLst/>
          </a:prstGeom>
          <a:solidFill>
            <a:schemeClr val="bg2">
              <a:lumMod val="10000"/>
              <a:lumOff val="90000"/>
            </a:schemeClr>
          </a:solidFill>
          <a:ln w="12700" cap="flat" cmpd="sng" algn="ctr">
            <a:noFill/>
            <a:prstDash val="solid"/>
            <a:miter lim="400000"/>
            <a:headEnd type="none" w="med" len="med"/>
            <a:tailEnd type="none" w="med" len="med"/>
          </a:ln>
          <a:effectLst/>
        </p:spPr>
        <p:txBody>
          <a:bodyPr vert="horz" wrap="square" lIns="19050" tIns="19050" rIns="19050" bIns="19050" numCol="1" rtlCol="0" anchor="ctr" anchorCtr="0" compatLnSpc="1">
            <a:prstTxWarp prst="textNoShape">
              <a:avLst/>
            </a:prstTxWarp>
            <a:spAutoFit/>
          </a:bodyPr>
          <a:lstStyle/>
          <a:p>
            <a:pPr marL="0" marR="0" indent="0" algn="l" defTabSz="412750" rtl="0" eaLnBrk="1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ko-KR" altLang="en-US" sz="1000" b="0" i="0" u="none" strike="noStrike" cap="none" normalizeH="0" baseline="0" dirty="0">
              <a:ln>
                <a:noFill/>
              </a:ln>
              <a:solidFill>
                <a:srgbClr val="74808C"/>
              </a:solidFill>
              <a:effectLst/>
              <a:latin typeface="Poppins" charset="0"/>
              <a:ea typeface="Poppins" charset="0"/>
              <a:cs typeface="Poppins" charset="0"/>
              <a:sym typeface="Poppins" charset="0"/>
            </a:endParaRPr>
          </a:p>
        </p:txBody>
      </p:sp>
      <p:sp>
        <p:nvSpPr>
          <p:cNvPr id="14" name="직사각형 11">
            <a:extLst>
              <a:ext uri="{FF2B5EF4-FFF2-40B4-BE49-F238E27FC236}">
                <a16:creationId xmlns:a16="http://schemas.microsoft.com/office/drawing/2014/main" id="{0367ABC2-C37C-4F80-AF5C-EE38A8A06A21}"/>
              </a:ext>
            </a:extLst>
          </p:cNvPr>
          <p:cNvSpPr/>
          <p:nvPr userDrawn="1"/>
        </p:nvSpPr>
        <p:spPr bwMode="auto">
          <a:xfrm flipH="1">
            <a:off x="0" y="350766"/>
            <a:ext cx="288032" cy="192360"/>
          </a:xfrm>
          <a:custGeom>
            <a:avLst/>
            <a:gdLst>
              <a:gd name="connsiteX0" fmla="*/ 0 w 576064"/>
              <a:gd name="connsiteY0" fmla="*/ 0 h 1800136"/>
              <a:gd name="connsiteX1" fmla="*/ 576064 w 576064"/>
              <a:gd name="connsiteY1" fmla="*/ 0 h 1800136"/>
              <a:gd name="connsiteX2" fmla="*/ 576064 w 576064"/>
              <a:gd name="connsiteY2" fmla="*/ 1800136 h 1800136"/>
              <a:gd name="connsiteX3" fmla="*/ 0 w 576064"/>
              <a:gd name="connsiteY3" fmla="*/ 1800136 h 1800136"/>
              <a:gd name="connsiteX4" fmla="*/ 0 w 576064"/>
              <a:gd name="connsiteY4" fmla="*/ 0 h 1800136"/>
              <a:gd name="connsiteX0" fmla="*/ 0 w 576064"/>
              <a:gd name="connsiteY0" fmla="*/ 0 h 1800136"/>
              <a:gd name="connsiteX1" fmla="*/ 576064 w 576064"/>
              <a:gd name="connsiteY1" fmla="*/ 0 h 1800136"/>
              <a:gd name="connsiteX2" fmla="*/ 576064 w 576064"/>
              <a:gd name="connsiteY2" fmla="*/ 1178344 h 1800136"/>
              <a:gd name="connsiteX3" fmla="*/ 0 w 576064"/>
              <a:gd name="connsiteY3" fmla="*/ 1800136 h 1800136"/>
              <a:gd name="connsiteX4" fmla="*/ 0 w 576064"/>
              <a:gd name="connsiteY4" fmla="*/ 0 h 1800136"/>
              <a:gd name="connsiteX0" fmla="*/ 0 w 592689"/>
              <a:gd name="connsiteY0" fmla="*/ 0 h 1800136"/>
              <a:gd name="connsiteX1" fmla="*/ 576064 w 592689"/>
              <a:gd name="connsiteY1" fmla="*/ 0 h 1800136"/>
              <a:gd name="connsiteX2" fmla="*/ 592689 w 592689"/>
              <a:gd name="connsiteY2" fmla="*/ 1444351 h 1800136"/>
              <a:gd name="connsiteX3" fmla="*/ 0 w 592689"/>
              <a:gd name="connsiteY3" fmla="*/ 1800136 h 1800136"/>
              <a:gd name="connsiteX4" fmla="*/ 0 w 592689"/>
              <a:gd name="connsiteY4" fmla="*/ 0 h 1800136"/>
              <a:gd name="connsiteX0" fmla="*/ 0 w 576064"/>
              <a:gd name="connsiteY0" fmla="*/ 0 h 1800136"/>
              <a:gd name="connsiteX1" fmla="*/ 576064 w 576064"/>
              <a:gd name="connsiteY1" fmla="*/ 0 h 1800136"/>
              <a:gd name="connsiteX2" fmla="*/ 576064 w 576064"/>
              <a:gd name="connsiteY2" fmla="*/ 1394475 h 1800136"/>
              <a:gd name="connsiteX3" fmla="*/ 0 w 576064"/>
              <a:gd name="connsiteY3" fmla="*/ 1800136 h 1800136"/>
              <a:gd name="connsiteX4" fmla="*/ 0 w 576064"/>
              <a:gd name="connsiteY4" fmla="*/ 0 h 1800136"/>
              <a:gd name="connsiteX0" fmla="*/ 0 w 576064"/>
              <a:gd name="connsiteY0" fmla="*/ 0 h 1800136"/>
              <a:gd name="connsiteX1" fmla="*/ 576064 w 576064"/>
              <a:gd name="connsiteY1" fmla="*/ 0 h 1800136"/>
              <a:gd name="connsiteX2" fmla="*/ 576064 w 576064"/>
              <a:gd name="connsiteY2" fmla="*/ 1584975 h 1800136"/>
              <a:gd name="connsiteX3" fmla="*/ 0 w 576064"/>
              <a:gd name="connsiteY3" fmla="*/ 1800136 h 1800136"/>
              <a:gd name="connsiteX4" fmla="*/ 0 w 576064"/>
              <a:gd name="connsiteY4" fmla="*/ 0 h 180013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76064" h="1800136">
                <a:moveTo>
                  <a:pt x="0" y="0"/>
                </a:moveTo>
                <a:lnTo>
                  <a:pt x="576064" y="0"/>
                </a:lnTo>
                <a:lnTo>
                  <a:pt x="576064" y="1584975"/>
                </a:lnTo>
                <a:lnTo>
                  <a:pt x="0" y="1800136"/>
                </a:lnTo>
                <a:lnTo>
                  <a:pt x="0" y="0"/>
                </a:lnTo>
                <a:close/>
              </a:path>
            </a:pathLst>
          </a:custGeom>
          <a:solidFill>
            <a:srgbClr val="D2D93C"/>
          </a:solidFill>
          <a:ln w="12700" cap="flat" cmpd="sng" algn="ctr">
            <a:noFill/>
            <a:prstDash val="solid"/>
            <a:miter lim="400000"/>
            <a:headEnd type="none" w="med" len="med"/>
            <a:tailEnd type="none" w="med" len="med"/>
          </a:ln>
          <a:effectLst/>
        </p:spPr>
        <p:txBody>
          <a:bodyPr vert="horz" wrap="square" lIns="19050" tIns="19050" rIns="19050" bIns="19050" numCol="1" rtlCol="0" anchor="ctr" anchorCtr="0" compatLnSpc="1">
            <a:prstTxWarp prst="textNoShape">
              <a:avLst/>
            </a:prstTxWarp>
            <a:spAutoFit/>
          </a:bodyPr>
          <a:lstStyle/>
          <a:p>
            <a:pPr marL="0" marR="0" indent="0" algn="l" defTabSz="412750" rtl="0" eaLnBrk="1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ko-KR" altLang="en-US" sz="1000" b="0" i="0" u="none" strike="noStrike" cap="none" normalizeH="0" baseline="0" dirty="0">
              <a:ln>
                <a:noFill/>
              </a:ln>
              <a:solidFill>
                <a:srgbClr val="74808C"/>
              </a:solidFill>
              <a:effectLst/>
              <a:latin typeface="Poppins" charset="0"/>
              <a:ea typeface="Poppins" charset="0"/>
              <a:cs typeface="Poppins" charset="0"/>
              <a:sym typeface="Poppins" charset="0"/>
            </a:endParaRPr>
          </a:p>
        </p:txBody>
      </p:sp>
      <p:sp>
        <p:nvSpPr>
          <p:cNvPr id="15" name="직사각형 11">
            <a:extLst>
              <a:ext uri="{FF2B5EF4-FFF2-40B4-BE49-F238E27FC236}">
                <a16:creationId xmlns:a16="http://schemas.microsoft.com/office/drawing/2014/main" id="{11F00998-8541-462B-B938-6772B56000E1}"/>
              </a:ext>
            </a:extLst>
          </p:cNvPr>
          <p:cNvSpPr/>
          <p:nvPr userDrawn="1"/>
        </p:nvSpPr>
        <p:spPr bwMode="auto">
          <a:xfrm rot="5400000" flipH="1">
            <a:off x="11295240" y="6621270"/>
            <a:ext cx="288000" cy="192360"/>
          </a:xfrm>
          <a:custGeom>
            <a:avLst/>
            <a:gdLst>
              <a:gd name="connsiteX0" fmla="*/ 0 w 576064"/>
              <a:gd name="connsiteY0" fmla="*/ 0 h 1800136"/>
              <a:gd name="connsiteX1" fmla="*/ 576064 w 576064"/>
              <a:gd name="connsiteY1" fmla="*/ 0 h 1800136"/>
              <a:gd name="connsiteX2" fmla="*/ 576064 w 576064"/>
              <a:gd name="connsiteY2" fmla="*/ 1800136 h 1800136"/>
              <a:gd name="connsiteX3" fmla="*/ 0 w 576064"/>
              <a:gd name="connsiteY3" fmla="*/ 1800136 h 1800136"/>
              <a:gd name="connsiteX4" fmla="*/ 0 w 576064"/>
              <a:gd name="connsiteY4" fmla="*/ 0 h 1800136"/>
              <a:gd name="connsiteX0" fmla="*/ 0 w 576064"/>
              <a:gd name="connsiteY0" fmla="*/ 0 h 1800136"/>
              <a:gd name="connsiteX1" fmla="*/ 576064 w 576064"/>
              <a:gd name="connsiteY1" fmla="*/ 0 h 1800136"/>
              <a:gd name="connsiteX2" fmla="*/ 576064 w 576064"/>
              <a:gd name="connsiteY2" fmla="*/ 1178344 h 1800136"/>
              <a:gd name="connsiteX3" fmla="*/ 0 w 576064"/>
              <a:gd name="connsiteY3" fmla="*/ 1800136 h 1800136"/>
              <a:gd name="connsiteX4" fmla="*/ 0 w 576064"/>
              <a:gd name="connsiteY4" fmla="*/ 0 h 1800136"/>
              <a:gd name="connsiteX0" fmla="*/ 0 w 592689"/>
              <a:gd name="connsiteY0" fmla="*/ 0 h 1800136"/>
              <a:gd name="connsiteX1" fmla="*/ 576064 w 592689"/>
              <a:gd name="connsiteY1" fmla="*/ 0 h 1800136"/>
              <a:gd name="connsiteX2" fmla="*/ 592689 w 592689"/>
              <a:gd name="connsiteY2" fmla="*/ 1444351 h 1800136"/>
              <a:gd name="connsiteX3" fmla="*/ 0 w 592689"/>
              <a:gd name="connsiteY3" fmla="*/ 1800136 h 1800136"/>
              <a:gd name="connsiteX4" fmla="*/ 0 w 592689"/>
              <a:gd name="connsiteY4" fmla="*/ 0 h 1800136"/>
              <a:gd name="connsiteX0" fmla="*/ 0 w 576064"/>
              <a:gd name="connsiteY0" fmla="*/ 0 h 1800136"/>
              <a:gd name="connsiteX1" fmla="*/ 576064 w 576064"/>
              <a:gd name="connsiteY1" fmla="*/ 0 h 1800136"/>
              <a:gd name="connsiteX2" fmla="*/ 576064 w 576064"/>
              <a:gd name="connsiteY2" fmla="*/ 1394475 h 1800136"/>
              <a:gd name="connsiteX3" fmla="*/ 0 w 576064"/>
              <a:gd name="connsiteY3" fmla="*/ 1800136 h 1800136"/>
              <a:gd name="connsiteX4" fmla="*/ 0 w 576064"/>
              <a:gd name="connsiteY4" fmla="*/ 0 h 1800136"/>
              <a:gd name="connsiteX0" fmla="*/ 33251 w 576064"/>
              <a:gd name="connsiteY0" fmla="*/ 0 h 4327205"/>
              <a:gd name="connsiteX1" fmla="*/ 576064 w 576064"/>
              <a:gd name="connsiteY1" fmla="*/ 2527069 h 4327205"/>
              <a:gd name="connsiteX2" fmla="*/ 576064 w 576064"/>
              <a:gd name="connsiteY2" fmla="*/ 3921544 h 4327205"/>
              <a:gd name="connsiteX3" fmla="*/ 0 w 576064"/>
              <a:gd name="connsiteY3" fmla="*/ 4327205 h 4327205"/>
              <a:gd name="connsiteX4" fmla="*/ 33251 w 576064"/>
              <a:gd name="connsiteY4" fmla="*/ 0 h 4327205"/>
              <a:gd name="connsiteX0" fmla="*/ 33251 w 576064"/>
              <a:gd name="connsiteY0" fmla="*/ 0 h 4327205"/>
              <a:gd name="connsiteX1" fmla="*/ 542813 w 576064"/>
              <a:gd name="connsiteY1" fmla="*/ 66502 h 4327205"/>
              <a:gd name="connsiteX2" fmla="*/ 576064 w 576064"/>
              <a:gd name="connsiteY2" fmla="*/ 3921544 h 4327205"/>
              <a:gd name="connsiteX3" fmla="*/ 0 w 576064"/>
              <a:gd name="connsiteY3" fmla="*/ 4327205 h 4327205"/>
              <a:gd name="connsiteX4" fmla="*/ 33251 w 576064"/>
              <a:gd name="connsiteY4" fmla="*/ 0 h 4327205"/>
              <a:gd name="connsiteX0" fmla="*/ 0 w 592690"/>
              <a:gd name="connsiteY0" fmla="*/ 0 h 4327206"/>
              <a:gd name="connsiteX1" fmla="*/ 559439 w 592690"/>
              <a:gd name="connsiteY1" fmla="*/ 66503 h 4327206"/>
              <a:gd name="connsiteX2" fmla="*/ 592690 w 592690"/>
              <a:gd name="connsiteY2" fmla="*/ 3921545 h 4327206"/>
              <a:gd name="connsiteX3" fmla="*/ 16626 w 592690"/>
              <a:gd name="connsiteY3" fmla="*/ 4327206 h 4327206"/>
              <a:gd name="connsiteX4" fmla="*/ 0 w 592690"/>
              <a:gd name="connsiteY4" fmla="*/ 0 h 4327206"/>
              <a:gd name="connsiteX0" fmla="*/ 0 w 592690"/>
              <a:gd name="connsiteY0" fmla="*/ 16625 h 4343831"/>
              <a:gd name="connsiteX1" fmla="*/ 592690 w 592690"/>
              <a:gd name="connsiteY1" fmla="*/ 0 h 4343831"/>
              <a:gd name="connsiteX2" fmla="*/ 592690 w 592690"/>
              <a:gd name="connsiteY2" fmla="*/ 3938170 h 4343831"/>
              <a:gd name="connsiteX3" fmla="*/ 16626 w 592690"/>
              <a:gd name="connsiteY3" fmla="*/ 4343831 h 4343831"/>
              <a:gd name="connsiteX4" fmla="*/ 0 w 592690"/>
              <a:gd name="connsiteY4" fmla="*/ 16625 h 4343831"/>
              <a:gd name="connsiteX0" fmla="*/ 0 w 592690"/>
              <a:gd name="connsiteY0" fmla="*/ 0 h 4327206"/>
              <a:gd name="connsiteX1" fmla="*/ 576850 w 592690"/>
              <a:gd name="connsiteY1" fmla="*/ 1298116 h 4327206"/>
              <a:gd name="connsiteX2" fmla="*/ 592690 w 592690"/>
              <a:gd name="connsiteY2" fmla="*/ 3921545 h 4327206"/>
              <a:gd name="connsiteX3" fmla="*/ 16626 w 592690"/>
              <a:gd name="connsiteY3" fmla="*/ 4327206 h 4327206"/>
              <a:gd name="connsiteX4" fmla="*/ 0 w 592690"/>
              <a:gd name="connsiteY4" fmla="*/ 0 h 4327206"/>
              <a:gd name="connsiteX0" fmla="*/ 0 w 576849"/>
              <a:gd name="connsiteY0" fmla="*/ 16626 h 3029090"/>
              <a:gd name="connsiteX1" fmla="*/ 561009 w 576849"/>
              <a:gd name="connsiteY1" fmla="*/ 0 h 3029090"/>
              <a:gd name="connsiteX2" fmla="*/ 576849 w 576849"/>
              <a:gd name="connsiteY2" fmla="*/ 2623429 h 3029090"/>
              <a:gd name="connsiteX3" fmla="*/ 785 w 576849"/>
              <a:gd name="connsiteY3" fmla="*/ 3029090 h 3029090"/>
              <a:gd name="connsiteX4" fmla="*/ 0 w 576849"/>
              <a:gd name="connsiteY4" fmla="*/ 16626 h 3029090"/>
              <a:gd name="connsiteX0" fmla="*/ 0 w 576849"/>
              <a:gd name="connsiteY0" fmla="*/ 0 h 3012464"/>
              <a:gd name="connsiteX1" fmla="*/ 570084 w 576849"/>
              <a:gd name="connsiteY1" fmla="*/ 28749 h 3012464"/>
              <a:gd name="connsiteX2" fmla="*/ 576849 w 576849"/>
              <a:gd name="connsiteY2" fmla="*/ 2606803 h 3012464"/>
              <a:gd name="connsiteX3" fmla="*/ 785 w 576849"/>
              <a:gd name="connsiteY3" fmla="*/ 3012464 h 3012464"/>
              <a:gd name="connsiteX4" fmla="*/ 0 w 576849"/>
              <a:gd name="connsiteY4" fmla="*/ 0 h 3012464"/>
              <a:gd name="connsiteX0" fmla="*/ 0 w 576849"/>
              <a:gd name="connsiteY0" fmla="*/ 0 h 3012464"/>
              <a:gd name="connsiteX1" fmla="*/ 565547 w 576849"/>
              <a:gd name="connsiteY1" fmla="*/ 6060 h 3012464"/>
              <a:gd name="connsiteX2" fmla="*/ 576849 w 576849"/>
              <a:gd name="connsiteY2" fmla="*/ 2606803 h 3012464"/>
              <a:gd name="connsiteX3" fmla="*/ 785 w 576849"/>
              <a:gd name="connsiteY3" fmla="*/ 3012464 h 3012464"/>
              <a:gd name="connsiteX4" fmla="*/ 0 w 576849"/>
              <a:gd name="connsiteY4" fmla="*/ 0 h 3012464"/>
              <a:gd name="connsiteX0" fmla="*/ 0 w 576849"/>
              <a:gd name="connsiteY0" fmla="*/ 16628 h 3029092"/>
              <a:gd name="connsiteX1" fmla="*/ 565547 w 576849"/>
              <a:gd name="connsiteY1" fmla="*/ 0 h 3029092"/>
              <a:gd name="connsiteX2" fmla="*/ 576849 w 576849"/>
              <a:gd name="connsiteY2" fmla="*/ 2623431 h 3029092"/>
              <a:gd name="connsiteX3" fmla="*/ 785 w 576849"/>
              <a:gd name="connsiteY3" fmla="*/ 3029092 h 3029092"/>
              <a:gd name="connsiteX4" fmla="*/ 0 w 576849"/>
              <a:gd name="connsiteY4" fmla="*/ 16628 h 3029092"/>
              <a:gd name="connsiteX0" fmla="*/ 0 w 576849"/>
              <a:gd name="connsiteY0" fmla="*/ 3016 h 3015480"/>
              <a:gd name="connsiteX1" fmla="*/ 570085 w 576849"/>
              <a:gd name="connsiteY1" fmla="*/ 0 h 3015480"/>
              <a:gd name="connsiteX2" fmla="*/ 576849 w 576849"/>
              <a:gd name="connsiteY2" fmla="*/ 2609819 h 3015480"/>
              <a:gd name="connsiteX3" fmla="*/ 785 w 576849"/>
              <a:gd name="connsiteY3" fmla="*/ 3015480 h 3015480"/>
              <a:gd name="connsiteX4" fmla="*/ 0 w 576849"/>
              <a:gd name="connsiteY4" fmla="*/ 3016 h 30154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76849" h="3015480">
                <a:moveTo>
                  <a:pt x="0" y="3016"/>
                </a:moveTo>
                <a:lnTo>
                  <a:pt x="570085" y="0"/>
                </a:lnTo>
                <a:cubicBezTo>
                  <a:pt x="573852" y="866914"/>
                  <a:pt x="573082" y="1742905"/>
                  <a:pt x="576849" y="2609819"/>
                </a:cubicBezTo>
                <a:lnTo>
                  <a:pt x="785" y="3015480"/>
                </a:lnTo>
                <a:cubicBezTo>
                  <a:pt x="523" y="2011325"/>
                  <a:pt x="262" y="1007171"/>
                  <a:pt x="0" y="3016"/>
                </a:cubicBezTo>
                <a:close/>
              </a:path>
            </a:pathLst>
          </a:custGeom>
          <a:solidFill>
            <a:srgbClr val="D2D93C"/>
          </a:solidFill>
          <a:ln w="12700" cap="flat" cmpd="sng" algn="ctr">
            <a:noFill/>
            <a:prstDash val="solid"/>
            <a:miter lim="400000"/>
            <a:headEnd type="none" w="med" len="med"/>
            <a:tailEnd type="none" w="med" len="med"/>
          </a:ln>
          <a:effectLst/>
        </p:spPr>
        <p:txBody>
          <a:bodyPr vert="horz" wrap="square" lIns="19050" tIns="19050" rIns="19050" bIns="19050" numCol="1" rtlCol="0" anchor="ctr" anchorCtr="0" compatLnSpc="1">
            <a:prstTxWarp prst="textNoShape">
              <a:avLst/>
            </a:prstTxWarp>
            <a:spAutoFit/>
          </a:bodyPr>
          <a:lstStyle/>
          <a:p>
            <a:pPr marL="0" marR="0" indent="0" algn="l" defTabSz="412750" rtl="0" eaLnBrk="1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ko-KR" altLang="en-US" sz="1000" b="0" i="0" u="none" strike="noStrike" cap="none" normalizeH="0" baseline="0" dirty="0">
              <a:ln>
                <a:noFill/>
              </a:ln>
              <a:solidFill>
                <a:srgbClr val="74808C"/>
              </a:solidFill>
              <a:effectLst/>
              <a:latin typeface="Poppins" charset="0"/>
              <a:ea typeface="Poppins" charset="0"/>
              <a:cs typeface="Poppins" charset="0"/>
              <a:sym typeface="Poppins" charset="0"/>
            </a:endParaRPr>
          </a:p>
        </p:txBody>
      </p:sp>
      <p:pic>
        <p:nvPicPr>
          <p:cNvPr id="16" name="그림 15" descr="텍스트, 클립아트이(가) 표시된 사진&#10;&#10;자동 생성된 설명">
            <a:extLst>
              <a:ext uri="{FF2B5EF4-FFF2-40B4-BE49-F238E27FC236}">
                <a16:creationId xmlns:a16="http://schemas.microsoft.com/office/drawing/2014/main" id="{1202CE7D-02DF-4F73-95BF-275DEB321F7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172564" y="6613702"/>
            <a:ext cx="834317" cy="208969"/>
          </a:xfrm>
          <a:prstGeom prst="rect">
            <a:avLst/>
          </a:prstGeom>
        </p:spPr>
      </p:pic>
      <p:sp>
        <p:nvSpPr>
          <p:cNvPr id="11" name="Title 1">
            <a:extLst>
              <a:ext uri="{FF2B5EF4-FFF2-40B4-BE49-F238E27FC236}">
                <a16:creationId xmlns:a16="http://schemas.microsoft.com/office/drawing/2014/main" id="{8FA998AB-9CAD-4A5B-9727-6501CDB3AA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5380" y="296652"/>
            <a:ext cx="10729192" cy="360040"/>
          </a:xfrm>
        </p:spPr>
        <p:txBody>
          <a:bodyPr/>
          <a:lstStyle>
            <a:lvl1pPr algn="l">
              <a:lnSpc>
                <a:spcPct val="100000"/>
              </a:lnSpc>
              <a:defRPr sz="2250" b="1" i="0">
                <a:solidFill>
                  <a:schemeClr val="bg1">
                    <a:lumMod val="95000"/>
                    <a:lumOff val="5000"/>
                  </a:schemeClr>
                </a:solidFill>
                <a:latin typeface="나눔스퀘어 ExtraBold" panose="020B0600000101010101" pitchFamily="50" charset="-127"/>
                <a:ea typeface="+mj-ea"/>
                <a:cs typeface="Arial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D47832CD-598D-46A7-B962-DF1BDF87C0FC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alphaModFix amt="35000"/>
          </a:blip>
          <a:srcRect/>
          <a:stretch/>
        </p:blipFill>
        <p:spPr>
          <a:xfrm>
            <a:off x="2718124" y="271367"/>
            <a:ext cx="6558390" cy="6558390"/>
          </a:xfrm>
          <a:prstGeom prst="rect">
            <a:avLst/>
          </a:prstGeom>
        </p:spPr>
      </p:pic>
      <p:sp>
        <p:nvSpPr>
          <p:cNvPr id="10" name="텍스트 개체 틀 11">
            <a:extLst>
              <a:ext uri="{FF2B5EF4-FFF2-40B4-BE49-F238E27FC236}">
                <a16:creationId xmlns:a16="http://schemas.microsoft.com/office/drawing/2014/main" id="{4A2C5A3D-A145-445F-B8F8-4931196ACD1E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155340" y="6489340"/>
            <a:ext cx="2412206" cy="265907"/>
          </a:xfrm>
        </p:spPr>
        <p:txBody>
          <a:bodyPr/>
          <a:lstStyle>
            <a:lvl1pPr>
              <a:defRPr sz="1200" b="1">
                <a:solidFill>
                  <a:srgbClr val="ABABAB"/>
                </a:solidFill>
                <a:latin typeface="나눔스퀘어 ExtraBold" panose="020B0600000101010101" pitchFamily="50" charset="-127"/>
                <a:ea typeface="+mj-ea"/>
                <a:cs typeface="Arial" panose="020B0604020202020204" pitchFamily="34" charset="0"/>
              </a:defRPr>
            </a:lvl1pPr>
            <a:lvl2pPr>
              <a:defRPr>
                <a:solidFill>
                  <a:schemeClr val="accent2"/>
                </a:solidFill>
              </a:defRPr>
            </a:lvl2pPr>
            <a:lvl3pPr>
              <a:defRPr>
                <a:solidFill>
                  <a:schemeClr val="accent2"/>
                </a:solidFill>
              </a:defRPr>
            </a:lvl3pPr>
            <a:lvl4pPr>
              <a:defRPr>
                <a:solidFill>
                  <a:schemeClr val="accent2"/>
                </a:solidFill>
              </a:defRPr>
            </a:lvl4pPr>
            <a:lvl5pPr>
              <a:defRPr>
                <a:solidFill>
                  <a:schemeClr val="accent2"/>
                </a:solidFill>
              </a:defRPr>
            </a:lvl5pPr>
          </a:lstStyle>
          <a:p>
            <a:pPr lvl="0"/>
            <a:r>
              <a:rPr lang="ko-KR" altLang="en-US" dirty="0"/>
              <a:t>마스터 텍스트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195761416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5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직사각형 12">
            <a:extLst>
              <a:ext uri="{FF2B5EF4-FFF2-40B4-BE49-F238E27FC236}">
                <a16:creationId xmlns:a16="http://schemas.microsoft.com/office/drawing/2014/main" id="{F77C0ACC-2166-45F6-9E29-473674841765}"/>
              </a:ext>
            </a:extLst>
          </p:cNvPr>
          <p:cNvSpPr/>
          <p:nvPr userDrawn="1"/>
        </p:nvSpPr>
        <p:spPr bwMode="auto">
          <a:xfrm>
            <a:off x="0" y="6620963"/>
            <a:ext cx="12192000" cy="192360"/>
          </a:xfrm>
          <a:prstGeom prst="rect">
            <a:avLst/>
          </a:prstGeom>
          <a:solidFill>
            <a:schemeClr val="bg2">
              <a:lumMod val="10000"/>
              <a:lumOff val="90000"/>
            </a:schemeClr>
          </a:solidFill>
          <a:ln w="12700" cap="flat" cmpd="sng" algn="ctr">
            <a:noFill/>
            <a:prstDash val="solid"/>
            <a:miter lim="400000"/>
            <a:headEnd type="none" w="med" len="med"/>
            <a:tailEnd type="none" w="med" len="med"/>
          </a:ln>
          <a:effectLst/>
        </p:spPr>
        <p:txBody>
          <a:bodyPr vert="horz" wrap="square" lIns="19050" tIns="19050" rIns="19050" bIns="19050" numCol="1" rtlCol="0" anchor="ctr" anchorCtr="0" compatLnSpc="1">
            <a:prstTxWarp prst="textNoShape">
              <a:avLst/>
            </a:prstTxWarp>
            <a:spAutoFit/>
          </a:bodyPr>
          <a:lstStyle/>
          <a:p>
            <a:pPr marL="0" marR="0" indent="0" algn="l" defTabSz="412750" rtl="0" eaLnBrk="1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ko-KR" altLang="en-US" sz="1000" b="0" i="0" u="none" strike="noStrike" cap="none" normalizeH="0" baseline="0" dirty="0">
              <a:ln>
                <a:noFill/>
              </a:ln>
              <a:solidFill>
                <a:srgbClr val="74808C"/>
              </a:solidFill>
              <a:effectLst/>
              <a:latin typeface="Poppins" charset="0"/>
              <a:ea typeface="Poppins" charset="0"/>
              <a:cs typeface="Poppins" charset="0"/>
              <a:sym typeface="Poppins" charset="0"/>
            </a:endParaRPr>
          </a:p>
        </p:txBody>
      </p:sp>
      <p:sp>
        <p:nvSpPr>
          <p:cNvPr id="14" name="직사각형 11">
            <a:extLst>
              <a:ext uri="{FF2B5EF4-FFF2-40B4-BE49-F238E27FC236}">
                <a16:creationId xmlns:a16="http://schemas.microsoft.com/office/drawing/2014/main" id="{0367ABC2-C37C-4F80-AF5C-EE38A8A06A21}"/>
              </a:ext>
            </a:extLst>
          </p:cNvPr>
          <p:cNvSpPr/>
          <p:nvPr userDrawn="1"/>
        </p:nvSpPr>
        <p:spPr bwMode="auto">
          <a:xfrm flipH="1">
            <a:off x="0" y="350766"/>
            <a:ext cx="288032" cy="192360"/>
          </a:xfrm>
          <a:custGeom>
            <a:avLst/>
            <a:gdLst>
              <a:gd name="connsiteX0" fmla="*/ 0 w 576064"/>
              <a:gd name="connsiteY0" fmla="*/ 0 h 1800136"/>
              <a:gd name="connsiteX1" fmla="*/ 576064 w 576064"/>
              <a:gd name="connsiteY1" fmla="*/ 0 h 1800136"/>
              <a:gd name="connsiteX2" fmla="*/ 576064 w 576064"/>
              <a:gd name="connsiteY2" fmla="*/ 1800136 h 1800136"/>
              <a:gd name="connsiteX3" fmla="*/ 0 w 576064"/>
              <a:gd name="connsiteY3" fmla="*/ 1800136 h 1800136"/>
              <a:gd name="connsiteX4" fmla="*/ 0 w 576064"/>
              <a:gd name="connsiteY4" fmla="*/ 0 h 1800136"/>
              <a:gd name="connsiteX0" fmla="*/ 0 w 576064"/>
              <a:gd name="connsiteY0" fmla="*/ 0 h 1800136"/>
              <a:gd name="connsiteX1" fmla="*/ 576064 w 576064"/>
              <a:gd name="connsiteY1" fmla="*/ 0 h 1800136"/>
              <a:gd name="connsiteX2" fmla="*/ 576064 w 576064"/>
              <a:gd name="connsiteY2" fmla="*/ 1178344 h 1800136"/>
              <a:gd name="connsiteX3" fmla="*/ 0 w 576064"/>
              <a:gd name="connsiteY3" fmla="*/ 1800136 h 1800136"/>
              <a:gd name="connsiteX4" fmla="*/ 0 w 576064"/>
              <a:gd name="connsiteY4" fmla="*/ 0 h 1800136"/>
              <a:gd name="connsiteX0" fmla="*/ 0 w 592689"/>
              <a:gd name="connsiteY0" fmla="*/ 0 h 1800136"/>
              <a:gd name="connsiteX1" fmla="*/ 576064 w 592689"/>
              <a:gd name="connsiteY1" fmla="*/ 0 h 1800136"/>
              <a:gd name="connsiteX2" fmla="*/ 592689 w 592689"/>
              <a:gd name="connsiteY2" fmla="*/ 1444351 h 1800136"/>
              <a:gd name="connsiteX3" fmla="*/ 0 w 592689"/>
              <a:gd name="connsiteY3" fmla="*/ 1800136 h 1800136"/>
              <a:gd name="connsiteX4" fmla="*/ 0 w 592689"/>
              <a:gd name="connsiteY4" fmla="*/ 0 h 1800136"/>
              <a:gd name="connsiteX0" fmla="*/ 0 w 576064"/>
              <a:gd name="connsiteY0" fmla="*/ 0 h 1800136"/>
              <a:gd name="connsiteX1" fmla="*/ 576064 w 576064"/>
              <a:gd name="connsiteY1" fmla="*/ 0 h 1800136"/>
              <a:gd name="connsiteX2" fmla="*/ 576064 w 576064"/>
              <a:gd name="connsiteY2" fmla="*/ 1394475 h 1800136"/>
              <a:gd name="connsiteX3" fmla="*/ 0 w 576064"/>
              <a:gd name="connsiteY3" fmla="*/ 1800136 h 1800136"/>
              <a:gd name="connsiteX4" fmla="*/ 0 w 576064"/>
              <a:gd name="connsiteY4" fmla="*/ 0 h 1800136"/>
              <a:gd name="connsiteX0" fmla="*/ 0 w 576064"/>
              <a:gd name="connsiteY0" fmla="*/ 0 h 1800136"/>
              <a:gd name="connsiteX1" fmla="*/ 576064 w 576064"/>
              <a:gd name="connsiteY1" fmla="*/ 0 h 1800136"/>
              <a:gd name="connsiteX2" fmla="*/ 576064 w 576064"/>
              <a:gd name="connsiteY2" fmla="*/ 1584975 h 1800136"/>
              <a:gd name="connsiteX3" fmla="*/ 0 w 576064"/>
              <a:gd name="connsiteY3" fmla="*/ 1800136 h 1800136"/>
              <a:gd name="connsiteX4" fmla="*/ 0 w 576064"/>
              <a:gd name="connsiteY4" fmla="*/ 0 h 180013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76064" h="1800136">
                <a:moveTo>
                  <a:pt x="0" y="0"/>
                </a:moveTo>
                <a:lnTo>
                  <a:pt x="576064" y="0"/>
                </a:lnTo>
                <a:lnTo>
                  <a:pt x="576064" y="1584975"/>
                </a:lnTo>
                <a:lnTo>
                  <a:pt x="0" y="1800136"/>
                </a:lnTo>
                <a:lnTo>
                  <a:pt x="0" y="0"/>
                </a:lnTo>
                <a:close/>
              </a:path>
            </a:pathLst>
          </a:custGeom>
          <a:solidFill>
            <a:srgbClr val="D2D93C"/>
          </a:solidFill>
          <a:ln w="12700" cap="flat" cmpd="sng" algn="ctr">
            <a:noFill/>
            <a:prstDash val="solid"/>
            <a:miter lim="400000"/>
            <a:headEnd type="none" w="med" len="med"/>
            <a:tailEnd type="none" w="med" len="med"/>
          </a:ln>
          <a:effectLst/>
        </p:spPr>
        <p:txBody>
          <a:bodyPr vert="horz" wrap="square" lIns="19050" tIns="19050" rIns="19050" bIns="19050" numCol="1" rtlCol="0" anchor="ctr" anchorCtr="0" compatLnSpc="1">
            <a:prstTxWarp prst="textNoShape">
              <a:avLst/>
            </a:prstTxWarp>
            <a:spAutoFit/>
          </a:bodyPr>
          <a:lstStyle/>
          <a:p>
            <a:pPr marL="0" marR="0" indent="0" algn="l" defTabSz="412750" rtl="0" eaLnBrk="1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ko-KR" altLang="en-US" sz="1000" b="0" i="0" u="none" strike="noStrike" cap="none" normalizeH="0" baseline="0" dirty="0">
              <a:ln>
                <a:noFill/>
              </a:ln>
              <a:solidFill>
                <a:srgbClr val="74808C"/>
              </a:solidFill>
              <a:effectLst/>
              <a:latin typeface="Poppins" charset="0"/>
              <a:ea typeface="Poppins" charset="0"/>
              <a:cs typeface="Poppins" charset="0"/>
              <a:sym typeface="Poppins" charset="0"/>
            </a:endParaRPr>
          </a:p>
        </p:txBody>
      </p:sp>
      <p:sp>
        <p:nvSpPr>
          <p:cNvPr id="15" name="직사각형 11">
            <a:extLst>
              <a:ext uri="{FF2B5EF4-FFF2-40B4-BE49-F238E27FC236}">
                <a16:creationId xmlns:a16="http://schemas.microsoft.com/office/drawing/2014/main" id="{11F00998-8541-462B-B938-6772B56000E1}"/>
              </a:ext>
            </a:extLst>
          </p:cNvPr>
          <p:cNvSpPr/>
          <p:nvPr userDrawn="1"/>
        </p:nvSpPr>
        <p:spPr bwMode="auto">
          <a:xfrm rot="5400000" flipH="1">
            <a:off x="11295240" y="6621270"/>
            <a:ext cx="288000" cy="192360"/>
          </a:xfrm>
          <a:custGeom>
            <a:avLst/>
            <a:gdLst>
              <a:gd name="connsiteX0" fmla="*/ 0 w 576064"/>
              <a:gd name="connsiteY0" fmla="*/ 0 h 1800136"/>
              <a:gd name="connsiteX1" fmla="*/ 576064 w 576064"/>
              <a:gd name="connsiteY1" fmla="*/ 0 h 1800136"/>
              <a:gd name="connsiteX2" fmla="*/ 576064 w 576064"/>
              <a:gd name="connsiteY2" fmla="*/ 1800136 h 1800136"/>
              <a:gd name="connsiteX3" fmla="*/ 0 w 576064"/>
              <a:gd name="connsiteY3" fmla="*/ 1800136 h 1800136"/>
              <a:gd name="connsiteX4" fmla="*/ 0 w 576064"/>
              <a:gd name="connsiteY4" fmla="*/ 0 h 1800136"/>
              <a:gd name="connsiteX0" fmla="*/ 0 w 576064"/>
              <a:gd name="connsiteY0" fmla="*/ 0 h 1800136"/>
              <a:gd name="connsiteX1" fmla="*/ 576064 w 576064"/>
              <a:gd name="connsiteY1" fmla="*/ 0 h 1800136"/>
              <a:gd name="connsiteX2" fmla="*/ 576064 w 576064"/>
              <a:gd name="connsiteY2" fmla="*/ 1178344 h 1800136"/>
              <a:gd name="connsiteX3" fmla="*/ 0 w 576064"/>
              <a:gd name="connsiteY3" fmla="*/ 1800136 h 1800136"/>
              <a:gd name="connsiteX4" fmla="*/ 0 w 576064"/>
              <a:gd name="connsiteY4" fmla="*/ 0 h 1800136"/>
              <a:gd name="connsiteX0" fmla="*/ 0 w 592689"/>
              <a:gd name="connsiteY0" fmla="*/ 0 h 1800136"/>
              <a:gd name="connsiteX1" fmla="*/ 576064 w 592689"/>
              <a:gd name="connsiteY1" fmla="*/ 0 h 1800136"/>
              <a:gd name="connsiteX2" fmla="*/ 592689 w 592689"/>
              <a:gd name="connsiteY2" fmla="*/ 1444351 h 1800136"/>
              <a:gd name="connsiteX3" fmla="*/ 0 w 592689"/>
              <a:gd name="connsiteY3" fmla="*/ 1800136 h 1800136"/>
              <a:gd name="connsiteX4" fmla="*/ 0 w 592689"/>
              <a:gd name="connsiteY4" fmla="*/ 0 h 1800136"/>
              <a:gd name="connsiteX0" fmla="*/ 0 w 576064"/>
              <a:gd name="connsiteY0" fmla="*/ 0 h 1800136"/>
              <a:gd name="connsiteX1" fmla="*/ 576064 w 576064"/>
              <a:gd name="connsiteY1" fmla="*/ 0 h 1800136"/>
              <a:gd name="connsiteX2" fmla="*/ 576064 w 576064"/>
              <a:gd name="connsiteY2" fmla="*/ 1394475 h 1800136"/>
              <a:gd name="connsiteX3" fmla="*/ 0 w 576064"/>
              <a:gd name="connsiteY3" fmla="*/ 1800136 h 1800136"/>
              <a:gd name="connsiteX4" fmla="*/ 0 w 576064"/>
              <a:gd name="connsiteY4" fmla="*/ 0 h 1800136"/>
              <a:gd name="connsiteX0" fmla="*/ 33251 w 576064"/>
              <a:gd name="connsiteY0" fmla="*/ 0 h 4327205"/>
              <a:gd name="connsiteX1" fmla="*/ 576064 w 576064"/>
              <a:gd name="connsiteY1" fmla="*/ 2527069 h 4327205"/>
              <a:gd name="connsiteX2" fmla="*/ 576064 w 576064"/>
              <a:gd name="connsiteY2" fmla="*/ 3921544 h 4327205"/>
              <a:gd name="connsiteX3" fmla="*/ 0 w 576064"/>
              <a:gd name="connsiteY3" fmla="*/ 4327205 h 4327205"/>
              <a:gd name="connsiteX4" fmla="*/ 33251 w 576064"/>
              <a:gd name="connsiteY4" fmla="*/ 0 h 4327205"/>
              <a:gd name="connsiteX0" fmla="*/ 33251 w 576064"/>
              <a:gd name="connsiteY0" fmla="*/ 0 h 4327205"/>
              <a:gd name="connsiteX1" fmla="*/ 542813 w 576064"/>
              <a:gd name="connsiteY1" fmla="*/ 66502 h 4327205"/>
              <a:gd name="connsiteX2" fmla="*/ 576064 w 576064"/>
              <a:gd name="connsiteY2" fmla="*/ 3921544 h 4327205"/>
              <a:gd name="connsiteX3" fmla="*/ 0 w 576064"/>
              <a:gd name="connsiteY3" fmla="*/ 4327205 h 4327205"/>
              <a:gd name="connsiteX4" fmla="*/ 33251 w 576064"/>
              <a:gd name="connsiteY4" fmla="*/ 0 h 4327205"/>
              <a:gd name="connsiteX0" fmla="*/ 0 w 592690"/>
              <a:gd name="connsiteY0" fmla="*/ 0 h 4327206"/>
              <a:gd name="connsiteX1" fmla="*/ 559439 w 592690"/>
              <a:gd name="connsiteY1" fmla="*/ 66503 h 4327206"/>
              <a:gd name="connsiteX2" fmla="*/ 592690 w 592690"/>
              <a:gd name="connsiteY2" fmla="*/ 3921545 h 4327206"/>
              <a:gd name="connsiteX3" fmla="*/ 16626 w 592690"/>
              <a:gd name="connsiteY3" fmla="*/ 4327206 h 4327206"/>
              <a:gd name="connsiteX4" fmla="*/ 0 w 592690"/>
              <a:gd name="connsiteY4" fmla="*/ 0 h 4327206"/>
              <a:gd name="connsiteX0" fmla="*/ 0 w 592690"/>
              <a:gd name="connsiteY0" fmla="*/ 16625 h 4343831"/>
              <a:gd name="connsiteX1" fmla="*/ 592690 w 592690"/>
              <a:gd name="connsiteY1" fmla="*/ 0 h 4343831"/>
              <a:gd name="connsiteX2" fmla="*/ 592690 w 592690"/>
              <a:gd name="connsiteY2" fmla="*/ 3938170 h 4343831"/>
              <a:gd name="connsiteX3" fmla="*/ 16626 w 592690"/>
              <a:gd name="connsiteY3" fmla="*/ 4343831 h 4343831"/>
              <a:gd name="connsiteX4" fmla="*/ 0 w 592690"/>
              <a:gd name="connsiteY4" fmla="*/ 16625 h 4343831"/>
              <a:gd name="connsiteX0" fmla="*/ 0 w 592690"/>
              <a:gd name="connsiteY0" fmla="*/ 0 h 4327206"/>
              <a:gd name="connsiteX1" fmla="*/ 576850 w 592690"/>
              <a:gd name="connsiteY1" fmla="*/ 1298116 h 4327206"/>
              <a:gd name="connsiteX2" fmla="*/ 592690 w 592690"/>
              <a:gd name="connsiteY2" fmla="*/ 3921545 h 4327206"/>
              <a:gd name="connsiteX3" fmla="*/ 16626 w 592690"/>
              <a:gd name="connsiteY3" fmla="*/ 4327206 h 4327206"/>
              <a:gd name="connsiteX4" fmla="*/ 0 w 592690"/>
              <a:gd name="connsiteY4" fmla="*/ 0 h 4327206"/>
              <a:gd name="connsiteX0" fmla="*/ 0 w 576849"/>
              <a:gd name="connsiteY0" fmla="*/ 16626 h 3029090"/>
              <a:gd name="connsiteX1" fmla="*/ 561009 w 576849"/>
              <a:gd name="connsiteY1" fmla="*/ 0 h 3029090"/>
              <a:gd name="connsiteX2" fmla="*/ 576849 w 576849"/>
              <a:gd name="connsiteY2" fmla="*/ 2623429 h 3029090"/>
              <a:gd name="connsiteX3" fmla="*/ 785 w 576849"/>
              <a:gd name="connsiteY3" fmla="*/ 3029090 h 3029090"/>
              <a:gd name="connsiteX4" fmla="*/ 0 w 576849"/>
              <a:gd name="connsiteY4" fmla="*/ 16626 h 3029090"/>
              <a:gd name="connsiteX0" fmla="*/ 0 w 576849"/>
              <a:gd name="connsiteY0" fmla="*/ 0 h 3012464"/>
              <a:gd name="connsiteX1" fmla="*/ 570084 w 576849"/>
              <a:gd name="connsiteY1" fmla="*/ 28749 h 3012464"/>
              <a:gd name="connsiteX2" fmla="*/ 576849 w 576849"/>
              <a:gd name="connsiteY2" fmla="*/ 2606803 h 3012464"/>
              <a:gd name="connsiteX3" fmla="*/ 785 w 576849"/>
              <a:gd name="connsiteY3" fmla="*/ 3012464 h 3012464"/>
              <a:gd name="connsiteX4" fmla="*/ 0 w 576849"/>
              <a:gd name="connsiteY4" fmla="*/ 0 h 3012464"/>
              <a:gd name="connsiteX0" fmla="*/ 0 w 576849"/>
              <a:gd name="connsiteY0" fmla="*/ 0 h 3012464"/>
              <a:gd name="connsiteX1" fmla="*/ 565547 w 576849"/>
              <a:gd name="connsiteY1" fmla="*/ 6060 h 3012464"/>
              <a:gd name="connsiteX2" fmla="*/ 576849 w 576849"/>
              <a:gd name="connsiteY2" fmla="*/ 2606803 h 3012464"/>
              <a:gd name="connsiteX3" fmla="*/ 785 w 576849"/>
              <a:gd name="connsiteY3" fmla="*/ 3012464 h 3012464"/>
              <a:gd name="connsiteX4" fmla="*/ 0 w 576849"/>
              <a:gd name="connsiteY4" fmla="*/ 0 h 3012464"/>
              <a:gd name="connsiteX0" fmla="*/ 0 w 576849"/>
              <a:gd name="connsiteY0" fmla="*/ 16628 h 3029092"/>
              <a:gd name="connsiteX1" fmla="*/ 565547 w 576849"/>
              <a:gd name="connsiteY1" fmla="*/ 0 h 3029092"/>
              <a:gd name="connsiteX2" fmla="*/ 576849 w 576849"/>
              <a:gd name="connsiteY2" fmla="*/ 2623431 h 3029092"/>
              <a:gd name="connsiteX3" fmla="*/ 785 w 576849"/>
              <a:gd name="connsiteY3" fmla="*/ 3029092 h 3029092"/>
              <a:gd name="connsiteX4" fmla="*/ 0 w 576849"/>
              <a:gd name="connsiteY4" fmla="*/ 16628 h 3029092"/>
              <a:gd name="connsiteX0" fmla="*/ 0 w 576849"/>
              <a:gd name="connsiteY0" fmla="*/ 3016 h 3015480"/>
              <a:gd name="connsiteX1" fmla="*/ 570085 w 576849"/>
              <a:gd name="connsiteY1" fmla="*/ 0 h 3015480"/>
              <a:gd name="connsiteX2" fmla="*/ 576849 w 576849"/>
              <a:gd name="connsiteY2" fmla="*/ 2609819 h 3015480"/>
              <a:gd name="connsiteX3" fmla="*/ 785 w 576849"/>
              <a:gd name="connsiteY3" fmla="*/ 3015480 h 3015480"/>
              <a:gd name="connsiteX4" fmla="*/ 0 w 576849"/>
              <a:gd name="connsiteY4" fmla="*/ 3016 h 30154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76849" h="3015480">
                <a:moveTo>
                  <a:pt x="0" y="3016"/>
                </a:moveTo>
                <a:lnTo>
                  <a:pt x="570085" y="0"/>
                </a:lnTo>
                <a:cubicBezTo>
                  <a:pt x="573852" y="866914"/>
                  <a:pt x="573082" y="1742905"/>
                  <a:pt x="576849" y="2609819"/>
                </a:cubicBezTo>
                <a:lnTo>
                  <a:pt x="785" y="3015480"/>
                </a:lnTo>
                <a:cubicBezTo>
                  <a:pt x="523" y="2011325"/>
                  <a:pt x="262" y="1007171"/>
                  <a:pt x="0" y="3016"/>
                </a:cubicBezTo>
                <a:close/>
              </a:path>
            </a:pathLst>
          </a:custGeom>
          <a:solidFill>
            <a:srgbClr val="D2D93C"/>
          </a:solidFill>
          <a:ln w="12700" cap="flat" cmpd="sng" algn="ctr">
            <a:noFill/>
            <a:prstDash val="solid"/>
            <a:miter lim="400000"/>
            <a:headEnd type="none" w="med" len="med"/>
            <a:tailEnd type="none" w="med" len="med"/>
          </a:ln>
          <a:effectLst/>
        </p:spPr>
        <p:txBody>
          <a:bodyPr vert="horz" wrap="square" lIns="19050" tIns="19050" rIns="19050" bIns="19050" numCol="1" rtlCol="0" anchor="ctr" anchorCtr="0" compatLnSpc="1">
            <a:prstTxWarp prst="textNoShape">
              <a:avLst/>
            </a:prstTxWarp>
            <a:spAutoFit/>
          </a:bodyPr>
          <a:lstStyle/>
          <a:p>
            <a:pPr marL="0" marR="0" indent="0" algn="l" defTabSz="412750" rtl="0" eaLnBrk="1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ko-KR" altLang="en-US" sz="1000" b="0" i="0" u="none" strike="noStrike" cap="none" normalizeH="0" baseline="0" dirty="0">
              <a:ln>
                <a:noFill/>
              </a:ln>
              <a:solidFill>
                <a:srgbClr val="74808C"/>
              </a:solidFill>
              <a:effectLst/>
              <a:latin typeface="Poppins" charset="0"/>
              <a:ea typeface="Poppins" charset="0"/>
              <a:cs typeface="Poppins" charset="0"/>
              <a:sym typeface="Poppins" charset="0"/>
            </a:endParaRPr>
          </a:p>
        </p:txBody>
      </p:sp>
      <p:pic>
        <p:nvPicPr>
          <p:cNvPr id="16" name="그림 15" descr="텍스트, 클립아트이(가) 표시된 사진&#10;&#10;자동 생성된 설명">
            <a:extLst>
              <a:ext uri="{FF2B5EF4-FFF2-40B4-BE49-F238E27FC236}">
                <a16:creationId xmlns:a16="http://schemas.microsoft.com/office/drawing/2014/main" id="{1202CE7D-02DF-4F73-95BF-275DEB321F7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172564" y="6613702"/>
            <a:ext cx="834317" cy="208969"/>
          </a:xfrm>
          <a:prstGeom prst="rect">
            <a:avLst/>
          </a:prstGeom>
        </p:spPr>
      </p:pic>
      <p:sp>
        <p:nvSpPr>
          <p:cNvPr id="11" name="Title 1">
            <a:extLst>
              <a:ext uri="{FF2B5EF4-FFF2-40B4-BE49-F238E27FC236}">
                <a16:creationId xmlns:a16="http://schemas.microsoft.com/office/drawing/2014/main" id="{8FA998AB-9CAD-4A5B-9727-6501CDB3AA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5380" y="296652"/>
            <a:ext cx="10729192" cy="360040"/>
          </a:xfrm>
        </p:spPr>
        <p:txBody>
          <a:bodyPr/>
          <a:lstStyle>
            <a:lvl1pPr algn="l">
              <a:lnSpc>
                <a:spcPct val="100000"/>
              </a:lnSpc>
              <a:defRPr sz="2250" b="1" i="0">
                <a:solidFill>
                  <a:schemeClr val="bg1">
                    <a:lumMod val="95000"/>
                    <a:lumOff val="5000"/>
                  </a:schemeClr>
                </a:solidFill>
                <a:latin typeface="나눔스퀘어 ExtraBold" panose="020B0600000101010101" pitchFamily="50" charset="-127"/>
                <a:ea typeface="+mj-ea"/>
                <a:cs typeface="Arial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D47832CD-598D-46A7-B962-DF1BDF87C0FC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alphaModFix amt="35000"/>
          </a:blip>
          <a:srcRect/>
          <a:stretch/>
        </p:blipFill>
        <p:spPr>
          <a:xfrm>
            <a:off x="2718124" y="271367"/>
            <a:ext cx="6558390" cy="65583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2192519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직사각형 13">
            <a:extLst>
              <a:ext uri="{FF2B5EF4-FFF2-40B4-BE49-F238E27FC236}">
                <a16:creationId xmlns:a16="http://schemas.microsoft.com/office/drawing/2014/main" id="{E7831D5B-061A-4C0B-A145-3BDFBB6EA4C8}"/>
              </a:ext>
            </a:extLst>
          </p:cNvPr>
          <p:cNvSpPr/>
          <p:nvPr userDrawn="1"/>
        </p:nvSpPr>
        <p:spPr bwMode="auto">
          <a:xfrm>
            <a:off x="0" y="6620963"/>
            <a:ext cx="12192000" cy="192360"/>
          </a:xfrm>
          <a:prstGeom prst="rect">
            <a:avLst/>
          </a:prstGeom>
          <a:solidFill>
            <a:schemeClr val="bg2">
              <a:lumMod val="10000"/>
              <a:lumOff val="90000"/>
            </a:schemeClr>
          </a:solidFill>
          <a:ln w="12700" cap="flat" cmpd="sng" algn="ctr">
            <a:noFill/>
            <a:prstDash val="solid"/>
            <a:miter lim="400000"/>
            <a:headEnd type="none" w="med" len="med"/>
            <a:tailEnd type="none" w="med" len="med"/>
          </a:ln>
          <a:effectLst/>
        </p:spPr>
        <p:txBody>
          <a:bodyPr vert="horz" wrap="square" lIns="19050" tIns="19050" rIns="19050" bIns="19050" numCol="1" rtlCol="0" anchor="ctr" anchorCtr="0" compatLnSpc="1">
            <a:prstTxWarp prst="textNoShape">
              <a:avLst/>
            </a:prstTxWarp>
            <a:spAutoFit/>
          </a:bodyPr>
          <a:lstStyle/>
          <a:p>
            <a:pPr marL="0" marR="0" indent="0" algn="l" defTabSz="412750" rtl="0" eaLnBrk="1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ko-KR" altLang="en-US" sz="1000" b="0" i="0" u="none" strike="noStrike" cap="none" normalizeH="0" baseline="0" dirty="0">
              <a:ln>
                <a:noFill/>
              </a:ln>
              <a:solidFill>
                <a:srgbClr val="74808C"/>
              </a:solidFill>
              <a:effectLst/>
              <a:latin typeface="Poppins" charset="0"/>
              <a:ea typeface="Poppins" charset="0"/>
              <a:cs typeface="Poppins" charset="0"/>
              <a:sym typeface="Poppins" charset="0"/>
            </a:endParaRPr>
          </a:p>
        </p:txBody>
      </p:sp>
      <p:sp>
        <p:nvSpPr>
          <p:cNvPr id="15" name="직사각형 11">
            <a:extLst>
              <a:ext uri="{FF2B5EF4-FFF2-40B4-BE49-F238E27FC236}">
                <a16:creationId xmlns:a16="http://schemas.microsoft.com/office/drawing/2014/main" id="{77159F8B-616E-44B7-817F-7AE3CAFB3B81}"/>
              </a:ext>
            </a:extLst>
          </p:cNvPr>
          <p:cNvSpPr/>
          <p:nvPr userDrawn="1"/>
        </p:nvSpPr>
        <p:spPr bwMode="auto">
          <a:xfrm flipH="1">
            <a:off x="0" y="350766"/>
            <a:ext cx="288032" cy="192360"/>
          </a:xfrm>
          <a:custGeom>
            <a:avLst/>
            <a:gdLst>
              <a:gd name="connsiteX0" fmla="*/ 0 w 576064"/>
              <a:gd name="connsiteY0" fmla="*/ 0 h 1800136"/>
              <a:gd name="connsiteX1" fmla="*/ 576064 w 576064"/>
              <a:gd name="connsiteY1" fmla="*/ 0 h 1800136"/>
              <a:gd name="connsiteX2" fmla="*/ 576064 w 576064"/>
              <a:gd name="connsiteY2" fmla="*/ 1800136 h 1800136"/>
              <a:gd name="connsiteX3" fmla="*/ 0 w 576064"/>
              <a:gd name="connsiteY3" fmla="*/ 1800136 h 1800136"/>
              <a:gd name="connsiteX4" fmla="*/ 0 w 576064"/>
              <a:gd name="connsiteY4" fmla="*/ 0 h 1800136"/>
              <a:gd name="connsiteX0" fmla="*/ 0 w 576064"/>
              <a:gd name="connsiteY0" fmla="*/ 0 h 1800136"/>
              <a:gd name="connsiteX1" fmla="*/ 576064 w 576064"/>
              <a:gd name="connsiteY1" fmla="*/ 0 h 1800136"/>
              <a:gd name="connsiteX2" fmla="*/ 576064 w 576064"/>
              <a:gd name="connsiteY2" fmla="*/ 1178344 h 1800136"/>
              <a:gd name="connsiteX3" fmla="*/ 0 w 576064"/>
              <a:gd name="connsiteY3" fmla="*/ 1800136 h 1800136"/>
              <a:gd name="connsiteX4" fmla="*/ 0 w 576064"/>
              <a:gd name="connsiteY4" fmla="*/ 0 h 1800136"/>
              <a:gd name="connsiteX0" fmla="*/ 0 w 592689"/>
              <a:gd name="connsiteY0" fmla="*/ 0 h 1800136"/>
              <a:gd name="connsiteX1" fmla="*/ 576064 w 592689"/>
              <a:gd name="connsiteY1" fmla="*/ 0 h 1800136"/>
              <a:gd name="connsiteX2" fmla="*/ 592689 w 592689"/>
              <a:gd name="connsiteY2" fmla="*/ 1444351 h 1800136"/>
              <a:gd name="connsiteX3" fmla="*/ 0 w 592689"/>
              <a:gd name="connsiteY3" fmla="*/ 1800136 h 1800136"/>
              <a:gd name="connsiteX4" fmla="*/ 0 w 592689"/>
              <a:gd name="connsiteY4" fmla="*/ 0 h 1800136"/>
              <a:gd name="connsiteX0" fmla="*/ 0 w 576064"/>
              <a:gd name="connsiteY0" fmla="*/ 0 h 1800136"/>
              <a:gd name="connsiteX1" fmla="*/ 576064 w 576064"/>
              <a:gd name="connsiteY1" fmla="*/ 0 h 1800136"/>
              <a:gd name="connsiteX2" fmla="*/ 576064 w 576064"/>
              <a:gd name="connsiteY2" fmla="*/ 1394475 h 1800136"/>
              <a:gd name="connsiteX3" fmla="*/ 0 w 576064"/>
              <a:gd name="connsiteY3" fmla="*/ 1800136 h 1800136"/>
              <a:gd name="connsiteX4" fmla="*/ 0 w 576064"/>
              <a:gd name="connsiteY4" fmla="*/ 0 h 1800136"/>
              <a:gd name="connsiteX0" fmla="*/ 0 w 576064"/>
              <a:gd name="connsiteY0" fmla="*/ 0 h 1800136"/>
              <a:gd name="connsiteX1" fmla="*/ 576064 w 576064"/>
              <a:gd name="connsiteY1" fmla="*/ 0 h 1800136"/>
              <a:gd name="connsiteX2" fmla="*/ 576064 w 576064"/>
              <a:gd name="connsiteY2" fmla="*/ 1584975 h 1800136"/>
              <a:gd name="connsiteX3" fmla="*/ 0 w 576064"/>
              <a:gd name="connsiteY3" fmla="*/ 1800136 h 1800136"/>
              <a:gd name="connsiteX4" fmla="*/ 0 w 576064"/>
              <a:gd name="connsiteY4" fmla="*/ 0 h 180013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76064" h="1800136">
                <a:moveTo>
                  <a:pt x="0" y="0"/>
                </a:moveTo>
                <a:lnTo>
                  <a:pt x="576064" y="0"/>
                </a:lnTo>
                <a:lnTo>
                  <a:pt x="576064" y="1584975"/>
                </a:lnTo>
                <a:lnTo>
                  <a:pt x="0" y="1800136"/>
                </a:lnTo>
                <a:lnTo>
                  <a:pt x="0" y="0"/>
                </a:lnTo>
                <a:close/>
              </a:path>
            </a:pathLst>
          </a:custGeom>
          <a:solidFill>
            <a:srgbClr val="D2D93C"/>
          </a:solidFill>
          <a:ln w="12700" cap="flat" cmpd="sng" algn="ctr">
            <a:noFill/>
            <a:prstDash val="solid"/>
            <a:miter lim="400000"/>
            <a:headEnd type="none" w="med" len="med"/>
            <a:tailEnd type="none" w="med" len="med"/>
          </a:ln>
          <a:effectLst/>
        </p:spPr>
        <p:txBody>
          <a:bodyPr vert="horz" wrap="square" lIns="19050" tIns="19050" rIns="19050" bIns="19050" numCol="1" rtlCol="0" anchor="ctr" anchorCtr="0" compatLnSpc="1">
            <a:prstTxWarp prst="textNoShape">
              <a:avLst/>
            </a:prstTxWarp>
            <a:spAutoFit/>
          </a:bodyPr>
          <a:lstStyle/>
          <a:p>
            <a:pPr marL="0" marR="0" indent="0" algn="l" defTabSz="412750" rtl="0" eaLnBrk="1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ko-KR" altLang="en-US" sz="1000" b="0" i="0" u="none" strike="noStrike" cap="none" normalizeH="0" baseline="0" dirty="0">
              <a:ln>
                <a:noFill/>
              </a:ln>
              <a:solidFill>
                <a:srgbClr val="74808C"/>
              </a:solidFill>
              <a:effectLst/>
              <a:latin typeface="Poppins" charset="0"/>
              <a:ea typeface="Poppins" charset="0"/>
              <a:cs typeface="Poppins" charset="0"/>
              <a:sym typeface="Poppins" charset="0"/>
            </a:endParaRPr>
          </a:p>
        </p:txBody>
      </p:sp>
      <p:sp>
        <p:nvSpPr>
          <p:cNvPr id="16" name="직사각형 11">
            <a:extLst>
              <a:ext uri="{FF2B5EF4-FFF2-40B4-BE49-F238E27FC236}">
                <a16:creationId xmlns:a16="http://schemas.microsoft.com/office/drawing/2014/main" id="{9A64FC68-2E97-48D0-90B6-E3D456092DA8}"/>
              </a:ext>
            </a:extLst>
          </p:cNvPr>
          <p:cNvSpPr/>
          <p:nvPr userDrawn="1"/>
        </p:nvSpPr>
        <p:spPr bwMode="auto">
          <a:xfrm rot="5400000" flipH="1">
            <a:off x="11295240" y="6621270"/>
            <a:ext cx="288000" cy="192360"/>
          </a:xfrm>
          <a:custGeom>
            <a:avLst/>
            <a:gdLst>
              <a:gd name="connsiteX0" fmla="*/ 0 w 576064"/>
              <a:gd name="connsiteY0" fmla="*/ 0 h 1800136"/>
              <a:gd name="connsiteX1" fmla="*/ 576064 w 576064"/>
              <a:gd name="connsiteY1" fmla="*/ 0 h 1800136"/>
              <a:gd name="connsiteX2" fmla="*/ 576064 w 576064"/>
              <a:gd name="connsiteY2" fmla="*/ 1800136 h 1800136"/>
              <a:gd name="connsiteX3" fmla="*/ 0 w 576064"/>
              <a:gd name="connsiteY3" fmla="*/ 1800136 h 1800136"/>
              <a:gd name="connsiteX4" fmla="*/ 0 w 576064"/>
              <a:gd name="connsiteY4" fmla="*/ 0 h 1800136"/>
              <a:gd name="connsiteX0" fmla="*/ 0 w 576064"/>
              <a:gd name="connsiteY0" fmla="*/ 0 h 1800136"/>
              <a:gd name="connsiteX1" fmla="*/ 576064 w 576064"/>
              <a:gd name="connsiteY1" fmla="*/ 0 h 1800136"/>
              <a:gd name="connsiteX2" fmla="*/ 576064 w 576064"/>
              <a:gd name="connsiteY2" fmla="*/ 1178344 h 1800136"/>
              <a:gd name="connsiteX3" fmla="*/ 0 w 576064"/>
              <a:gd name="connsiteY3" fmla="*/ 1800136 h 1800136"/>
              <a:gd name="connsiteX4" fmla="*/ 0 w 576064"/>
              <a:gd name="connsiteY4" fmla="*/ 0 h 1800136"/>
              <a:gd name="connsiteX0" fmla="*/ 0 w 592689"/>
              <a:gd name="connsiteY0" fmla="*/ 0 h 1800136"/>
              <a:gd name="connsiteX1" fmla="*/ 576064 w 592689"/>
              <a:gd name="connsiteY1" fmla="*/ 0 h 1800136"/>
              <a:gd name="connsiteX2" fmla="*/ 592689 w 592689"/>
              <a:gd name="connsiteY2" fmla="*/ 1444351 h 1800136"/>
              <a:gd name="connsiteX3" fmla="*/ 0 w 592689"/>
              <a:gd name="connsiteY3" fmla="*/ 1800136 h 1800136"/>
              <a:gd name="connsiteX4" fmla="*/ 0 w 592689"/>
              <a:gd name="connsiteY4" fmla="*/ 0 h 1800136"/>
              <a:gd name="connsiteX0" fmla="*/ 0 w 576064"/>
              <a:gd name="connsiteY0" fmla="*/ 0 h 1800136"/>
              <a:gd name="connsiteX1" fmla="*/ 576064 w 576064"/>
              <a:gd name="connsiteY1" fmla="*/ 0 h 1800136"/>
              <a:gd name="connsiteX2" fmla="*/ 576064 w 576064"/>
              <a:gd name="connsiteY2" fmla="*/ 1394475 h 1800136"/>
              <a:gd name="connsiteX3" fmla="*/ 0 w 576064"/>
              <a:gd name="connsiteY3" fmla="*/ 1800136 h 1800136"/>
              <a:gd name="connsiteX4" fmla="*/ 0 w 576064"/>
              <a:gd name="connsiteY4" fmla="*/ 0 h 1800136"/>
              <a:gd name="connsiteX0" fmla="*/ 33251 w 576064"/>
              <a:gd name="connsiteY0" fmla="*/ 0 h 4327205"/>
              <a:gd name="connsiteX1" fmla="*/ 576064 w 576064"/>
              <a:gd name="connsiteY1" fmla="*/ 2527069 h 4327205"/>
              <a:gd name="connsiteX2" fmla="*/ 576064 w 576064"/>
              <a:gd name="connsiteY2" fmla="*/ 3921544 h 4327205"/>
              <a:gd name="connsiteX3" fmla="*/ 0 w 576064"/>
              <a:gd name="connsiteY3" fmla="*/ 4327205 h 4327205"/>
              <a:gd name="connsiteX4" fmla="*/ 33251 w 576064"/>
              <a:gd name="connsiteY4" fmla="*/ 0 h 4327205"/>
              <a:gd name="connsiteX0" fmla="*/ 33251 w 576064"/>
              <a:gd name="connsiteY0" fmla="*/ 0 h 4327205"/>
              <a:gd name="connsiteX1" fmla="*/ 542813 w 576064"/>
              <a:gd name="connsiteY1" fmla="*/ 66502 h 4327205"/>
              <a:gd name="connsiteX2" fmla="*/ 576064 w 576064"/>
              <a:gd name="connsiteY2" fmla="*/ 3921544 h 4327205"/>
              <a:gd name="connsiteX3" fmla="*/ 0 w 576064"/>
              <a:gd name="connsiteY3" fmla="*/ 4327205 h 4327205"/>
              <a:gd name="connsiteX4" fmla="*/ 33251 w 576064"/>
              <a:gd name="connsiteY4" fmla="*/ 0 h 4327205"/>
              <a:gd name="connsiteX0" fmla="*/ 0 w 592690"/>
              <a:gd name="connsiteY0" fmla="*/ 0 h 4327206"/>
              <a:gd name="connsiteX1" fmla="*/ 559439 w 592690"/>
              <a:gd name="connsiteY1" fmla="*/ 66503 h 4327206"/>
              <a:gd name="connsiteX2" fmla="*/ 592690 w 592690"/>
              <a:gd name="connsiteY2" fmla="*/ 3921545 h 4327206"/>
              <a:gd name="connsiteX3" fmla="*/ 16626 w 592690"/>
              <a:gd name="connsiteY3" fmla="*/ 4327206 h 4327206"/>
              <a:gd name="connsiteX4" fmla="*/ 0 w 592690"/>
              <a:gd name="connsiteY4" fmla="*/ 0 h 4327206"/>
              <a:gd name="connsiteX0" fmla="*/ 0 w 592690"/>
              <a:gd name="connsiteY0" fmla="*/ 16625 h 4343831"/>
              <a:gd name="connsiteX1" fmla="*/ 592690 w 592690"/>
              <a:gd name="connsiteY1" fmla="*/ 0 h 4343831"/>
              <a:gd name="connsiteX2" fmla="*/ 592690 w 592690"/>
              <a:gd name="connsiteY2" fmla="*/ 3938170 h 4343831"/>
              <a:gd name="connsiteX3" fmla="*/ 16626 w 592690"/>
              <a:gd name="connsiteY3" fmla="*/ 4343831 h 4343831"/>
              <a:gd name="connsiteX4" fmla="*/ 0 w 592690"/>
              <a:gd name="connsiteY4" fmla="*/ 16625 h 4343831"/>
              <a:gd name="connsiteX0" fmla="*/ 0 w 592690"/>
              <a:gd name="connsiteY0" fmla="*/ 0 h 4327206"/>
              <a:gd name="connsiteX1" fmla="*/ 576850 w 592690"/>
              <a:gd name="connsiteY1" fmla="*/ 1298116 h 4327206"/>
              <a:gd name="connsiteX2" fmla="*/ 592690 w 592690"/>
              <a:gd name="connsiteY2" fmla="*/ 3921545 h 4327206"/>
              <a:gd name="connsiteX3" fmla="*/ 16626 w 592690"/>
              <a:gd name="connsiteY3" fmla="*/ 4327206 h 4327206"/>
              <a:gd name="connsiteX4" fmla="*/ 0 w 592690"/>
              <a:gd name="connsiteY4" fmla="*/ 0 h 4327206"/>
              <a:gd name="connsiteX0" fmla="*/ 0 w 576849"/>
              <a:gd name="connsiteY0" fmla="*/ 16626 h 3029090"/>
              <a:gd name="connsiteX1" fmla="*/ 561009 w 576849"/>
              <a:gd name="connsiteY1" fmla="*/ 0 h 3029090"/>
              <a:gd name="connsiteX2" fmla="*/ 576849 w 576849"/>
              <a:gd name="connsiteY2" fmla="*/ 2623429 h 3029090"/>
              <a:gd name="connsiteX3" fmla="*/ 785 w 576849"/>
              <a:gd name="connsiteY3" fmla="*/ 3029090 h 3029090"/>
              <a:gd name="connsiteX4" fmla="*/ 0 w 576849"/>
              <a:gd name="connsiteY4" fmla="*/ 16626 h 3029090"/>
              <a:gd name="connsiteX0" fmla="*/ 0 w 576849"/>
              <a:gd name="connsiteY0" fmla="*/ 0 h 3012464"/>
              <a:gd name="connsiteX1" fmla="*/ 570084 w 576849"/>
              <a:gd name="connsiteY1" fmla="*/ 28749 h 3012464"/>
              <a:gd name="connsiteX2" fmla="*/ 576849 w 576849"/>
              <a:gd name="connsiteY2" fmla="*/ 2606803 h 3012464"/>
              <a:gd name="connsiteX3" fmla="*/ 785 w 576849"/>
              <a:gd name="connsiteY3" fmla="*/ 3012464 h 3012464"/>
              <a:gd name="connsiteX4" fmla="*/ 0 w 576849"/>
              <a:gd name="connsiteY4" fmla="*/ 0 h 3012464"/>
              <a:gd name="connsiteX0" fmla="*/ 0 w 576849"/>
              <a:gd name="connsiteY0" fmla="*/ 0 h 3012464"/>
              <a:gd name="connsiteX1" fmla="*/ 565547 w 576849"/>
              <a:gd name="connsiteY1" fmla="*/ 6060 h 3012464"/>
              <a:gd name="connsiteX2" fmla="*/ 576849 w 576849"/>
              <a:gd name="connsiteY2" fmla="*/ 2606803 h 3012464"/>
              <a:gd name="connsiteX3" fmla="*/ 785 w 576849"/>
              <a:gd name="connsiteY3" fmla="*/ 3012464 h 3012464"/>
              <a:gd name="connsiteX4" fmla="*/ 0 w 576849"/>
              <a:gd name="connsiteY4" fmla="*/ 0 h 3012464"/>
              <a:gd name="connsiteX0" fmla="*/ 0 w 576849"/>
              <a:gd name="connsiteY0" fmla="*/ 16628 h 3029092"/>
              <a:gd name="connsiteX1" fmla="*/ 565547 w 576849"/>
              <a:gd name="connsiteY1" fmla="*/ 0 h 3029092"/>
              <a:gd name="connsiteX2" fmla="*/ 576849 w 576849"/>
              <a:gd name="connsiteY2" fmla="*/ 2623431 h 3029092"/>
              <a:gd name="connsiteX3" fmla="*/ 785 w 576849"/>
              <a:gd name="connsiteY3" fmla="*/ 3029092 h 3029092"/>
              <a:gd name="connsiteX4" fmla="*/ 0 w 576849"/>
              <a:gd name="connsiteY4" fmla="*/ 16628 h 3029092"/>
              <a:gd name="connsiteX0" fmla="*/ 0 w 576849"/>
              <a:gd name="connsiteY0" fmla="*/ 3016 h 3015480"/>
              <a:gd name="connsiteX1" fmla="*/ 570085 w 576849"/>
              <a:gd name="connsiteY1" fmla="*/ 0 h 3015480"/>
              <a:gd name="connsiteX2" fmla="*/ 576849 w 576849"/>
              <a:gd name="connsiteY2" fmla="*/ 2609819 h 3015480"/>
              <a:gd name="connsiteX3" fmla="*/ 785 w 576849"/>
              <a:gd name="connsiteY3" fmla="*/ 3015480 h 3015480"/>
              <a:gd name="connsiteX4" fmla="*/ 0 w 576849"/>
              <a:gd name="connsiteY4" fmla="*/ 3016 h 30154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76849" h="3015480">
                <a:moveTo>
                  <a:pt x="0" y="3016"/>
                </a:moveTo>
                <a:lnTo>
                  <a:pt x="570085" y="0"/>
                </a:lnTo>
                <a:cubicBezTo>
                  <a:pt x="573852" y="866914"/>
                  <a:pt x="573082" y="1742905"/>
                  <a:pt x="576849" y="2609819"/>
                </a:cubicBezTo>
                <a:lnTo>
                  <a:pt x="785" y="3015480"/>
                </a:lnTo>
                <a:cubicBezTo>
                  <a:pt x="523" y="2011325"/>
                  <a:pt x="262" y="1007171"/>
                  <a:pt x="0" y="3016"/>
                </a:cubicBezTo>
                <a:close/>
              </a:path>
            </a:pathLst>
          </a:custGeom>
          <a:solidFill>
            <a:srgbClr val="D2D93C"/>
          </a:solidFill>
          <a:ln w="12700" cap="flat" cmpd="sng" algn="ctr">
            <a:noFill/>
            <a:prstDash val="solid"/>
            <a:miter lim="400000"/>
            <a:headEnd type="none" w="med" len="med"/>
            <a:tailEnd type="none" w="med" len="med"/>
          </a:ln>
          <a:effectLst/>
        </p:spPr>
        <p:txBody>
          <a:bodyPr vert="horz" wrap="square" lIns="19050" tIns="19050" rIns="19050" bIns="19050" numCol="1" rtlCol="0" anchor="ctr" anchorCtr="0" compatLnSpc="1">
            <a:prstTxWarp prst="textNoShape">
              <a:avLst/>
            </a:prstTxWarp>
            <a:spAutoFit/>
          </a:bodyPr>
          <a:lstStyle/>
          <a:p>
            <a:pPr marL="0" marR="0" indent="0" algn="l" defTabSz="412750" rtl="0" eaLnBrk="1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ko-KR" altLang="en-US" sz="1000" b="0" i="0" u="none" strike="noStrike" cap="none" normalizeH="0" baseline="0" dirty="0">
              <a:ln>
                <a:noFill/>
              </a:ln>
              <a:solidFill>
                <a:srgbClr val="74808C"/>
              </a:solidFill>
              <a:effectLst/>
              <a:latin typeface="Poppins" charset="0"/>
              <a:ea typeface="Poppins" charset="0"/>
              <a:cs typeface="Poppins" charset="0"/>
              <a:sym typeface="Poppins" charset="0"/>
            </a:endParaRPr>
          </a:p>
        </p:txBody>
      </p:sp>
      <p:pic>
        <p:nvPicPr>
          <p:cNvPr id="17" name="그림 16" descr="텍스트, 클립아트이(가) 표시된 사진&#10;&#10;자동 생성된 설명">
            <a:extLst>
              <a:ext uri="{FF2B5EF4-FFF2-40B4-BE49-F238E27FC236}">
                <a16:creationId xmlns:a16="http://schemas.microsoft.com/office/drawing/2014/main" id="{B37A383C-6680-4EDB-836E-968DB071382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172564" y="6613702"/>
            <a:ext cx="834317" cy="208969"/>
          </a:xfrm>
          <a:prstGeom prst="rect">
            <a:avLst/>
          </a:prstGeom>
        </p:spPr>
      </p:pic>
      <p:pic>
        <p:nvPicPr>
          <p:cNvPr id="10" name="내용 개체 틀 5"/>
          <p:cNvPicPr>
            <a:picLocks noChangeAspect="1"/>
          </p:cNvPicPr>
          <p:nvPr userDrawn="1"/>
        </p:nvPicPr>
        <p:blipFill>
          <a:blip r:embed="rId3">
            <a:alphaModFix amt="50000"/>
          </a:blip>
          <a:stretch>
            <a:fillRect/>
          </a:stretch>
        </p:blipFill>
        <p:spPr bwMode="auto">
          <a:xfrm>
            <a:off x="1131059" y="872716"/>
            <a:ext cx="9501254" cy="5220580"/>
          </a:xfrm>
          <a:prstGeom prst="rect">
            <a:avLst/>
          </a:prstGeom>
          <a:noFill/>
          <a:ln>
            <a:noFill/>
          </a:ln>
          <a:effectLst>
            <a:outerShdw blurRad="50800" dist="50800" dir="5400000" algn="ctr" rotWithShape="0">
              <a:srgbClr val="000000">
                <a:alpha val="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3175" cap="flat" cmpd="sng">
                <a:solidFill>
                  <a:srgbClr val="000000"/>
                </a:solidFill>
                <a:prstDash val="solid"/>
                <a:miter lim="400000"/>
                <a:headEnd type="none" w="med" len="med"/>
                <a:tailEnd type="none" w="med" len="med"/>
              </a14:hiddenLine>
            </a:ext>
            <a:ext uri="{FAA26D3D-D897-4be2-8F04-BA451C77F1D7}"/>
          </a:extLst>
        </p:spPr>
      </p:pic>
      <p:sp>
        <p:nvSpPr>
          <p:cNvPr id="11" name="Title 1">
            <a:extLst>
              <a:ext uri="{FF2B5EF4-FFF2-40B4-BE49-F238E27FC236}">
                <a16:creationId xmlns:a16="http://schemas.microsoft.com/office/drawing/2014/main" id="{8FA998AB-9CAD-4A5B-9727-6501CDB3AA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5380" y="296652"/>
            <a:ext cx="10729192" cy="360040"/>
          </a:xfrm>
        </p:spPr>
        <p:txBody>
          <a:bodyPr/>
          <a:lstStyle>
            <a:lvl1pPr algn="l">
              <a:lnSpc>
                <a:spcPct val="100000"/>
              </a:lnSpc>
              <a:defRPr sz="2250" b="1" i="0">
                <a:solidFill>
                  <a:schemeClr val="bg1">
                    <a:lumMod val="95000"/>
                    <a:lumOff val="5000"/>
                  </a:schemeClr>
                </a:solidFill>
                <a:latin typeface="나눔스퀘어 ExtraBold" panose="020B0600000101010101" pitchFamily="50" charset="-127"/>
                <a:ea typeface="+mj-ea"/>
                <a:cs typeface="Arial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2" name="텍스트 개체 틀 11">
            <a:extLst>
              <a:ext uri="{FF2B5EF4-FFF2-40B4-BE49-F238E27FC236}">
                <a16:creationId xmlns:a16="http://schemas.microsoft.com/office/drawing/2014/main" id="{DD733FBE-DDE1-4326-99C5-2DA1A0C6FC35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155340" y="6489340"/>
            <a:ext cx="5004556" cy="265907"/>
          </a:xfrm>
        </p:spPr>
        <p:txBody>
          <a:bodyPr/>
          <a:lstStyle>
            <a:lvl1pPr>
              <a:defRPr sz="1200" b="1">
                <a:solidFill>
                  <a:srgbClr val="A9A9AA"/>
                </a:solidFill>
                <a:latin typeface="나눔스퀘어 ExtraBold" panose="020B0600000101010101" pitchFamily="50" charset="-127"/>
                <a:ea typeface="+mj-ea"/>
                <a:cs typeface="Arial" panose="020B0604020202020204" pitchFamily="34" charset="0"/>
              </a:defRPr>
            </a:lvl1pPr>
            <a:lvl2pPr>
              <a:defRPr>
                <a:solidFill>
                  <a:schemeClr val="accent2"/>
                </a:solidFill>
              </a:defRPr>
            </a:lvl2pPr>
            <a:lvl3pPr>
              <a:defRPr>
                <a:solidFill>
                  <a:schemeClr val="accent2"/>
                </a:solidFill>
              </a:defRPr>
            </a:lvl3pPr>
            <a:lvl4pPr>
              <a:defRPr>
                <a:solidFill>
                  <a:schemeClr val="accent2"/>
                </a:solidFill>
              </a:defRPr>
            </a:lvl4pPr>
            <a:lvl5pPr>
              <a:defRPr>
                <a:solidFill>
                  <a:schemeClr val="accent2"/>
                </a:solidFill>
              </a:defRPr>
            </a:lvl5pPr>
          </a:lstStyle>
          <a:p>
            <a:pPr lvl="0"/>
            <a:r>
              <a:rPr lang="ko-KR" altLang="en-US" dirty="0"/>
              <a:t>마스터 텍스트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116943566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>
            <a:extLst>
              <a:ext uri="{FF2B5EF4-FFF2-40B4-BE49-F238E27FC236}">
                <a16:creationId xmlns:a16="http://schemas.microsoft.com/office/drawing/2014/main" id="{5C139C0A-5F5F-4F14-A84C-1A57823B658A}"/>
              </a:ext>
            </a:extLst>
          </p:cNvPr>
          <p:cNvSpPr/>
          <p:nvPr userDrawn="1"/>
        </p:nvSpPr>
        <p:spPr bwMode="auto">
          <a:xfrm>
            <a:off x="0" y="6620963"/>
            <a:ext cx="12192000" cy="192360"/>
          </a:xfrm>
          <a:prstGeom prst="rect">
            <a:avLst/>
          </a:prstGeom>
          <a:solidFill>
            <a:schemeClr val="bg2">
              <a:lumMod val="10000"/>
              <a:lumOff val="90000"/>
            </a:schemeClr>
          </a:solidFill>
          <a:ln w="12700" cap="flat" cmpd="sng" algn="ctr">
            <a:noFill/>
            <a:prstDash val="solid"/>
            <a:miter lim="400000"/>
            <a:headEnd type="none" w="med" len="med"/>
            <a:tailEnd type="none" w="med" len="med"/>
          </a:ln>
          <a:effectLst/>
        </p:spPr>
        <p:txBody>
          <a:bodyPr vert="horz" wrap="square" lIns="19050" tIns="19050" rIns="19050" bIns="19050" numCol="1" rtlCol="0" anchor="ctr" anchorCtr="0" compatLnSpc="1">
            <a:prstTxWarp prst="textNoShape">
              <a:avLst/>
            </a:prstTxWarp>
            <a:spAutoFit/>
          </a:bodyPr>
          <a:lstStyle/>
          <a:p>
            <a:pPr marL="0" marR="0" indent="0" algn="l" defTabSz="412750" rtl="0" eaLnBrk="1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ko-KR" altLang="en-US" sz="1000" b="0" i="0" u="none" strike="noStrike" cap="none" normalizeH="0" baseline="0" dirty="0">
              <a:ln>
                <a:noFill/>
              </a:ln>
              <a:solidFill>
                <a:srgbClr val="74808C"/>
              </a:solidFill>
              <a:effectLst/>
              <a:latin typeface="Poppins" charset="0"/>
              <a:ea typeface="Poppins" charset="0"/>
              <a:cs typeface="Poppins" charset="0"/>
              <a:sym typeface="Poppins" charset="0"/>
            </a:endParaRPr>
          </a:p>
        </p:txBody>
      </p:sp>
      <p:sp>
        <p:nvSpPr>
          <p:cNvPr id="14" name="직사각형 11">
            <a:extLst>
              <a:ext uri="{FF2B5EF4-FFF2-40B4-BE49-F238E27FC236}">
                <a16:creationId xmlns:a16="http://schemas.microsoft.com/office/drawing/2014/main" id="{519BDCDC-594F-4A73-A4AE-2DE762335BF5}"/>
              </a:ext>
            </a:extLst>
          </p:cNvPr>
          <p:cNvSpPr/>
          <p:nvPr userDrawn="1"/>
        </p:nvSpPr>
        <p:spPr bwMode="auto">
          <a:xfrm rot="5400000" flipH="1">
            <a:off x="11295240" y="6621270"/>
            <a:ext cx="288000" cy="192360"/>
          </a:xfrm>
          <a:custGeom>
            <a:avLst/>
            <a:gdLst>
              <a:gd name="connsiteX0" fmla="*/ 0 w 576064"/>
              <a:gd name="connsiteY0" fmla="*/ 0 h 1800136"/>
              <a:gd name="connsiteX1" fmla="*/ 576064 w 576064"/>
              <a:gd name="connsiteY1" fmla="*/ 0 h 1800136"/>
              <a:gd name="connsiteX2" fmla="*/ 576064 w 576064"/>
              <a:gd name="connsiteY2" fmla="*/ 1800136 h 1800136"/>
              <a:gd name="connsiteX3" fmla="*/ 0 w 576064"/>
              <a:gd name="connsiteY3" fmla="*/ 1800136 h 1800136"/>
              <a:gd name="connsiteX4" fmla="*/ 0 w 576064"/>
              <a:gd name="connsiteY4" fmla="*/ 0 h 1800136"/>
              <a:gd name="connsiteX0" fmla="*/ 0 w 576064"/>
              <a:gd name="connsiteY0" fmla="*/ 0 h 1800136"/>
              <a:gd name="connsiteX1" fmla="*/ 576064 w 576064"/>
              <a:gd name="connsiteY1" fmla="*/ 0 h 1800136"/>
              <a:gd name="connsiteX2" fmla="*/ 576064 w 576064"/>
              <a:gd name="connsiteY2" fmla="*/ 1178344 h 1800136"/>
              <a:gd name="connsiteX3" fmla="*/ 0 w 576064"/>
              <a:gd name="connsiteY3" fmla="*/ 1800136 h 1800136"/>
              <a:gd name="connsiteX4" fmla="*/ 0 w 576064"/>
              <a:gd name="connsiteY4" fmla="*/ 0 h 1800136"/>
              <a:gd name="connsiteX0" fmla="*/ 0 w 592689"/>
              <a:gd name="connsiteY0" fmla="*/ 0 h 1800136"/>
              <a:gd name="connsiteX1" fmla="*/ 576064 w 592689"/>
              <a:gd name="connsiteY1" fmla="*/ 0 h 1800136"/>
              <a:gd name="connsiteX2" fmla="*/ 592689 w 592689"/>
              <a:gd name="connsiteY2" fmla="*/ 1444351 h 1800136"/>
              <a:gd name="connsiteX3" fmla="*/ 0 w 592689"/>
              <a:gd name="connsiteY3" fmla="*/ 1800136 h 1800136"/>
              <a:gd name="connsiteX4" fmla="*/ 0 w 592689"/>
              <a:gd name="connsiteY4" fmla="*/ 0 h 1800136"/>
              <a:gd name="connsiteX0" fmla="*/ 0 w 576064"/>
              <a:gd name="connsiteY0" fmla="*/ 0 h 1800136"/>
              <a:gd name="connsiteX1" fmla="*/ 576064 w 576064"/>
              <a:gd name="connsiteY1" fmla="*/ 0 h 1800136"/>
              <a:gd name="connsiteX2" fmla="*/ 576064 w 576064"/>
              <a:gd name="connsiteY2" fmla="*/ 1394475 h 1800136"/>
              <a:gd name="connsiteX3" fmla="*/ 0 w 576064"/>
              <a:gd name="connsiteY3" fmla="*/ 1800136 h 1800136"/>
              <a:gd name="connsiteX4" fmla="*/ 0 w 576064"/>
              <a:gd name="connsiteY4" fmla="*/ 0 h 1800136"/>
              <a:gd name="connsiteX0" fmla="*/ 33251 w 576064"/>
              <a:gd name="connsiteY0" fmla="*/ 0 h 4327205"/>
              <a:gd name="connsiteX1" fmla="*/ 576064 w 576064"/>
              <a:gd name="connsiteY1" fmla="*/ 2527069 h 4327205"/>
              <a:gd name="connsiteX2" fmla="*/ 576064 w 576064"/>
              <a:gd name="connsiteY2" fmla="*/ 3921544 h 4327205"/>
              <a:gd name="connsiteX3" fmla="*/ 0 w 576064"/>
              <a:gd name="connsiteY3" fmla="*/ 4327205 h 4327205"/>
              <a:gd name="connsiteX4" fmla="*/ 33251 w 576064"/>
              <a:gd name="connsiteY4" fmla="*/ 0 h 4327205"/>
              <a:gd name="connsiteX0" fmla="*/ 33251 w 576064"/>
              <a:gd name="connsiteY0" fmla="*/ 0 h 4327205"/>
              <a:gd name="connsiteX1" fmla="*/ 542813 w 576064"/>
              <a:gd name="connsiteY1" fmla="*/ 66502 h 4327205"/>
              <a:gd name="connsiteX2" fmla="*/ 576064 w 576064"/>
              <a:gd name="connsiteY2" fmla="*/ 3921544 h 4327205"/>
              <a:gd name="connsiteX3" fmla="*/ 0 w 576064"/>
              <a:gd name="connsiteY3" fmla="*/ 4327205 h 4327205"/>
              <a:gd name="connsiteX4" fmla="*/ 33251 w 576064"/>
              <a:gd name="connsiteY4" fmla="*/ 0 h 4327205"/>
              <a:gd name="connsiteX0" fmla="*/ 0 w 592690"/>
              <a:gd name="connsiteY0" fmla="*/ 0 h 4327206"/>
              <a:gd name="connsiteX1" fmla="*/ 559439 w 592690"/>
              <a:gd name="connsiteY1" fmla="*/ 66503 h 4327206"/>
              <a:gd name="connsiteX2" fmla="*/ 592690 w 592690"/>
              <a:gd name="connsiteY2" fmla="*/ 3921545 h 4327206"/>
              <a:gd name="connsiteX3" fmla="*/ 16626 w 592690"/>
              <a:gd name="connsiteY3" fmla="*/ 4327206 h 4327206"/>
              <a:gd name="connsiteX4" fmla="*/ 0 w 592690"/>
              <a:gd name="connsiteY4" fmla="*/ 0 h 4327206"/>
              <a:gd name="connsiteX0" fmla="*/ 0 w 592690"/>
              <a:gd name="connsiteY0" fmla="*/ 16625 h 4343831"/>
              <a:gd name="connsiteX1" fmla="*/ 592690 w 592690"/>
              <a:gd name="connsiteY1" fmla="*/ 0 h 4343831"/>
              <a:gd name="connsiteX2" fmla="*/ 592690 w 592690"/>
              <a:gd name="connsiteY2" fmla="*/ 3938170 h 4343831"/>
              <a:gd name="connsiteX3" fmla="*/ 16626 w 592690"/>
              <a:gd name="connsiteY3" fmla="*/ 4343831 h 4343831"/>
              <a:gd name="connsiteX4" fmla="*/ 0 w 592690"/>
              <a:gd name="connsiteY4" fmla="*/ 16625 h 4343831"/>
              <a:gd name="connsiteX0" fmla="*/ 0 w 592690"/>
              <a:gd name="connsiteY0" fmla="*/ 0 h 4327206"/>
              <a:gd name="connsiteX1" fmla="*/ 576850 w 592690"/>
              <a:gd name="connsiteY1" fmla="*/ 1298116 h 4327206"/>
              <a:gd name="connsiteX2" fmla="*/ 592690 w 592690"/>
              <a:gd name="connsiteY2" fmla="*/ 3921545 h 4327206"/>
              <a:gd name="connsiteX3" fmla="*/ 16626 w 592690"/>
              <a:gd name="connsiteY3" fmla="*/ 4327206 h 4327206"/>
              <a:gd name="connsiteX4" fmla="*/ 0 w 592690"/>
              <a:gd name="connsiteY4" fmla="*/ 0 h 4327206"/>
              <a:gd name="connsiteX0" fmla="*/ 0 w 576849"/>
              <a:gd name="connsiteY0" fmla="*/ 16626 h 3029090"/>
              <a:gd name="connsiteX1" fmla="*/ 561009 w 576849"/>
              <a:gd name="connsiteY1" fmla="*/ 0 h 3029090"/>
              <a:gd name="connsiteX2" fmla="*/ 576849 w 576849"/>
              <a:gd name="connsiteY2" fmla="*/ 2623429 h 3029090"/>
              <a:gd name="connsiteX3" fmla="*/ 785 w 576849"/>
              <a:gd name="connsiteY3" fmla="*/ 3029090 h 3029090"/>
              <a:gd name="connsiteX4" fmla="*/ 0 w 576849"/>
              <a:gd name="connsiteY4" fmla="*/ 16626 h 3029090"/>
              <a:gd name="connsiteX0" fmla="*/ 0 w 576849"/>
              <a:gd name="connsiteY0" fmla="*/ 0 h 3012464"/>
              <a:gd name="connsiteX1" fmla="*/ 570084 w 576849"/>
              <a:gd name="connsiteY1" fmla="*/ 28749 h 3012464"/>
              <a:gd name="connsiteX2" fmla="*/ 576849 w 576849"/>
              <a:gd name="connsiteY2" fmla="*/ 2606803 h 3012464"/>
              <a:gd name="connsiteX3" fmla="*/ 785 w 576849"/>
              <a:gd name="connsiteY3" fmla="*/ 3012464 h 3012464"/>
              <a:gd name="connsiteX4" fmla="*/ 0 w 576849"/>
              <a:gd name="connsiteY4" fmla="*/ 0 h 3012464"/>
              <a:gd name="connsiteX0" fmla="*/ 0 w 576849"/>
              <a:gd name="connsiteY0" fmla="*/ 0 h 3012464"/>
              <a:gd name="connsiteX1" fmla="*/ 565547 w 576849"/>
              <a:gd name="connsiteY1" fmla="*/ 6060 h 3012464"/>
              <a:gd name="connsiteX2" fmla="*/ 576849 w 576849"/>
              <a:gd name="connsiteY2" fmla="*/ 2606803 h 3012464"/>
              <a:gd name="connsiteX3" fmla="*/ 785 w 576849"/>
              <a:gd name="connsiteY3" fmla="*/ 3012464 h 3012464"/>
              <a:gd name="connsiteX4" fmla="*/ 0 w 576849"/>
              <a:gd name="connsiteY4" fmla="*/ 0 h 3012464"/>
              <a:gd name="connsiteX0" fmla="*/ 0 w 576849"/>
              <a:gd name="connsiteY0" fmla="*/ 16628 h 3029092"/>
              <a:gd name="connsiteX1" fmla="*/ 565547 w 576849"/>
              <a:gd name="connsiteY1" fmla="*/ 0 h 3029092"/>
              <a:gd name="connsiteX2" fmla="*/ 576849 w 576849"/>
              <a:gd name="connsiteY2" fmla="*/ 2623431 h 3029092"/>
              <a:gd name="connsiteX3" fmla="*/ 785 w 576849"/>
              <a:gd name="connsiteY3" fmla="*/ 3029092 h 3029092"/>
              <a:gd name="connsiteX4" fmla="*/ 0 w 576849"/>
              <a:gd name="connsiteY4" fmla="*/ 16628 h 3029092"/>
              <a:gd name="connsiteX0" fmla="*/ 0 w 576849"/>
              <a:gd name="connsiteY0" fmla="*/ 3016 h 3015480"/>
              <a:gd name="connsiteX1" fmla="*/ 570085 w 576849"/>
              <a:gd name="connsiteY1" fmla="*/ 0 h 3015480"/>
              <a:gd name="connsiteX2" fmla="*/ 576849 w 576849"/>
              <a:gd name="connsiteY2" fmla="*/ 2609819 h 3015480"/>
              <a:gd name="connsiteX3" fmla="*/ 785 w 576849"/>
              <a:gd name="connsiteY3" fmla="*/ 3015480 h 3015480"/>
              <a:gd name="connsiteX4" fmla="*/ 0 w 576849"/>
              <a:gd name="connsiteY4" fmla="*/ 3016 h 30154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76849" h="3015480">
                <a:moveTo>
                  <a:pt x="0" y="3016"/>
                </a:moveTo>
                <a:lnTo>
                  <a:pt x="570085" y="0"/>
                </a:lnTo>
                <a:cubicBezTo>
                  <a:pt x="573852" y="866914"/>
                  <a:pt x="573082" y="1742905"/>
                  <a:pt x="576849" y="2609819"/>
                </a:cubicBezTo>
                <a:lnTo>
                  <a:pt x="785" y="3015480"/>
                </a:lnTo>
                <a:cubicBezTo>
                  <a:pt x="523" y="2011325"/>
                  <a:pt x="262" y="1007171"/>
                  <a:pt x="0" y="3016"/>
                </a:cubicBezTo>
                <a:close/>
              </a:path>
            </a:pathLst>
          </a:custGeom>
          <a:solidFill>
            <a:srgbClr val="D2D93C"/>
          </a:solidFill>
          <a:ln w="12700" cap="flat" cmpd="sng" algn="ctr">
            <a:noFill/>
            <a:prstDash val="solid"/>
            <a:miter lim="400000"/>
            <a:headEnd type="none" w="med" len="med"/>
            <a:tailEnd type="none" w="med" len="med"/>
          </a:ln>
          <a:effectLst/>
        </p:spPr>
        <p:txBody>
          <a:bodyPr vert="horz" wrap="square" lIns="19050" tIns="19050" rIns="19050" bIns="19050" numCol="1" rtlCol="0" anchor="ctr" anchorCtr="0" compatLnSpc="1">
            <a:prstTxWarp prst="textNoShape">
              <a:avLst/>
            </a:prstTxWarp>
            <a:spAutoFit/>
          </a:bodyPr>
          <a:lstStyle/>
          <a:p>
            <a:pPr marL="0" marR="0" indent="0" algn="l" defTabSz="412750" rtl="0" eaLnBrk="1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ko-KR" altLang="en-US" sz="1000" b="0" i="0" u="none" strike="noStrike" cap="none" normalizeH="0" baseline="0" dirty="0">
              <a:ln>
                <a:noFill/>
              </a:ln>
              <a:solidFill>
                <a:srgbClr val="74808C"/>
              </a:solidFill>
              <a:effectLst/>
              <a:latin typeface="Poppins" charset="0"/>
              <a:ea typeface="Poppins" charset="0"/>
              <a:cs typeface="Poppins" charset="0"/>
              <a:sym typeface="Poppins" charset="0"/>
            </a:endParaRPr>
          </a:p>
        </p:txBody>
      </p:sp>
      <p:pic>
        <p:nvPicPr>
          <p:cNvPr id="15" name="그림 14" descr="텍스트, 클립아트이(가) 표시된 사진&#10;&#10;자동 생성된 설명">
            <a:extLst>
              <a:ext uri="{FF2B5EF4-FFF2-40B4-BE49-F238E27FC236}">
                <a16:creationId xmlns:a16="http://schemas.microsoft.com/office/drawing/2014/main" id="{3B955DFC-AC67-4ADB-B53D-C7079D0CA1FB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172564" y="6613702"/>
            <a:ext cx="834317" cy="208969"/>
          </a:xfrm>
          <a:prstGeom prst="rect">
            <a:avLst/>
          </a:prstGeom>
        </p:spPr>
      </p:pic>
      <p:sp>
        <p:nvSpPr>
          <p:cNvPr id="11" name="Title 1">
            <a:extLst>
              <a:ext uri="{FF2B5EF4-FFF2-40B4-BE49-F238E27FC236}">
                <a16:creationId xmlns:a16="http://schemas.microsoft.com/office/drawing/2014/main" id="{925BD1BC-8603-48FE-A8F2-110F781261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5380" y="296652"/>
            <a:ext cx="10729192" cy="360040"/>
          </a:xfrm>
        </p:spPr>
        <p:txBody>
          <a:bodyPr/>
          <a:lstStyle>
            <a:lvl1pPr algn="l">
              <a:lnSpc>
                <a:spcPct val="100000"/>
              </a:lnSpc>
              <a:defRPr sz="2250" b="1" i="0">
                <a:solidFill>
                  <a:schemeClr val="bg1">
                    <a:lumMod val="95000"/>
                    <a:lumOff val="5000"/>
                  </a:schemeClr>
                </a:solidFill>
                <a:latin typeface="나눔스퀘어 ExtraBold" panose="020B0600000101010101" pitchFamily="50" charset="-127"/>
                <a:ea typeface="+mj-ea"/>
                <a:cs typeface="Arial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3" name="텍스트 개체 틀 11">
            <a:extLst>
              <a:ext uri="{FF2B5EF4-FFF2-40B4-BE49-F238E27FC236}">
                <a16:creationId xmlns:a16="http://schemas.microsoft.com/office/drawing/2014/main" id="{C3610595-5393-4B4B-9BA8-1D71D17290F3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155340" y="6489340"/>
            <a:ext cx="2412206" cy="265907"/>
          </a:xfrm>
        </p:spPr>
        <p:txBody>
          <a:bodyPr/>
          <a:lstStyle>
            <a:lvl1pPr>
              <a:defRPr sz="1200" b="1">
                <a:solidFill>
                  <a:srgbClr val="ABABAB"/>
                </a:solidFill>
                <a:latin typeface="나눔스퀘어 ExtraBold" panose="020B0600000101010101" pitchFamily="50" charset="-127"/>
                <a:ea typeface="+mj-ea"/>
                <a:cs typeface="Arial" panose="020B0604020202020204" pitchFamily="34" charset="0"/>
              </a:defRPr>
            </a:lvl1pPr>
            <a:lvl2pPr>
              <a:defRPr>
                <a:solidFill>
                  <a:schemeClr val="accent2"/>
                </a:solidFill>
              </a:defRPr>
            </a:lvl2pPr>
            <a:lvl3pPr>
              <a:defRPr>
                <a:solidFill>
                  <a:schemeClr val="accent2"/>
                </a:solidFill>
              </a:defRPr>
            </a:lvl3pPr>
            <a:lvl4pPr>
              <a:defRPr>
                <a:solidFill>
                  <a:schemeClr val="accent2"/>
                </a:solidFill>
              </a:defRPr>
            </a:lvl4pPr>
            <a:lvl5pPr>
              <a:defRPr>
                <a:solidFill>
                  <a:schemeClr val="accent2"/>
                </a:solidFill>
              </a:defRPr>
            </a:lvl5pPr>
          </a:lstStyle>
          <a:p>
            <a:pPr lvl="0"/>
            <a:r>
              <a:rPr lang="ko-KR" altLang="en-US" dirty="0"/>
              <a:t>마스터 텍스트 스타일 편집</a:t>
            </a:r>
          </a:p>
        </p:txBody>
      </p:sp>
      <p:sp>
        <p:nvSpPr>
          <p:cNvPr id="19" name="직사각형 11">
            <a:extLst>
              <a:ext uri="{FF2B5EF4-FFF2-40B4-BE49-F238E27FC236}">
                <a16:creationId xmlns:a16="http://schemas.microsoft.com/office/drawing/2014/main" id="{7EEF84B4-7A3E-42B1-AD0D-FA6530560BC3}"/>
              </a:ext>
            </a:extLst>
          </p:cNvPr>
          <p:cNvSpPr/>
          <p:nvPr userDrawn="1"/>
        </p:nvSpPr>
        <p:spPr bwMode="auto">
          <a:xfrm flipH="1">
            <a:off x="0" y="350766"/>
            <a:ext cx="288032" cy="192360"/>
          </a:xfrm>
          <a:custGeom>
            <a:avLst/>
            <a:gdLst>
              <a:gd name="connsiteX0" fmla="*/ 0 w 576064"/>
              <a:gd name="connsiteY0" fmla="*/ 0 h 1800136"/>
              <a:gd name="connsiteX1" fmla="*/ 576064 w 576064"/>
              <a:gd name="connsiteY1" fmla="*/ 0 h 1800136"/>
              <a:gd name="connsiteX2" fmla="*/ 576064 w 576064"/>
              <a:gd name="connsiteY2" fmla="*/ 1800136 h 1800136"/>
              <a:gd name="connsiteX3" fmla="*/ 0 w 576064"/>
              <a:gd name="connsiteY3" fmla="*/ 1800136 h 1800136"/>
              <a:gd name="connsiteX4" fmla="*/ 0 w 576064"/>
              <a:gd name="connsiteY4" fmla="*/ 0 h 1800136"/>
              <a:gd name="connsiteX0" fmla="*/ 0 w 576064"/>
              <a:gd name="connsiteY0" fmla="*/ 0 h 1800136"/>
              <a:gd name="connsiteX1" fmla="*/ 576064 w 576064"/>
              <a:gd name="connsiteY1" fmla="*/ 0 h 1800136"/>
              <a:gd name="connsiteX2" fmla="*/ 576064 w 576064"/>
              <a:gd name="connsiteY2" fmla="*/ 1178344 h 1800136"/>
              <a:gd name="connsiteX3" fmla="*/ 0 w 576064"/>
              <a:gd name="connsiteY3" fmla="*/ 1800136 h 1800136"/>
              <a:gd name="connsiteX4" fmla="*/ 0 w 576064"/>
              <a:gd name="connsiteY4" fmla="*/ 0 h 1800136"/>
              <a:gd name="connsiteX0" fmla="*/ 0 w 592689"/>
              <a:gd name="connsiteY0" fmla="*/ 0 h 1800136"/>
              <a:gd name="connsiteX1" fmla="*/ 576064 w 592689"/>
              <a:gd name="connsiteY1" fmla="*/ 0 h 1800136"/>
              <a:gd name="connsiteX2" fmla="*/ 592689 w 592689"/>
              <a:gd name="connsiteY2" fmla="*/ 1444351 h 1800136"/>
              <a:gd name="connsiteX3" fmla="*/ 0 w 592689"/>
              <a:gd name="connsiteY3" fmla="*/ 1800136 h 1800136"/>
              <a:gd name="connsiteX4" fmla="*/ 0 w 592689"/>
              <a:gd name="connsiteY4" fmla="*/ 0 h 1800136"/>
              <a:gd name="connsiteX0" fmla="*/ 0 w 576064"/>
              <a:gd name="connsiteY0" fmla="*/ 0 h 1800136"/>
              <a:gd name="connsiteX1" fmla="*/ 576064 w 576064"/>
              <a:gd name="connsiteY1" fmla="*/ 0 h 1800136"/>
              <a:gd name="connsiteX2" fmla="*/ 576064 w 576064"/>
              <a:gd name="connsiteY2" fmla="*/ 1394475 h 1800136"/>
              <a:gd name="connsiteX3" fmla="*/ 0 w 576064"/>
              <a:gd name="connsiteY3" fmla="*/ 1800136 h 1800136"/>
              <a:gd name="connsiteX4" fmla="*/ 0 w 576064"/>
              <a:gd name="connsiteY4" fmla="*/ 0 h 1800136"/>
              <a:gd name="connsiteX0" fmla="*/ 0 w 576064"/>
              <a:gd name="connsiteY0" fmla="*/ 0 h 1800136"/>
              <a:gd name="connsiteX1" fmla="*/ 576064 w 576064"/>
              <a:gd name="connsiteY1" fmla="*/ 0 h 1800136"/>
              <a:gd name="connsiteX2" fmla="*/ 576064 w 576064"/>
              <a:gd name="connsiteY2" fmla="*/ 1584975 h 1800136"/>
              <a:gd name="connsiteX3" fmla="*/ 0 w 576064"/>
              <a:gd name="connsiteY3" fmla="*/ 1800136 h 1800136"/>
              <a:gd name="connsiteX4" fmla="*/ 0 w 576064"/>
              <a:gd name="connsiteY4" fmla="*/ 0 h 180013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76064" h="1800136">
                <a:moveTo>
                  <a:pt x="0" y="0"/>
                </a:moveTo>
                <a:lnTo>
                  <a:pt x="576064" y="0"/>
                </a:lnTo>
                <a:lnTo>
                  <a:pt x="576064" y="1584975"/>
                </a:lnTo>
                <a:lnTo>
                  <a:pt x="0" y="1800136"/>
                </a:lnTo>
                <a:lnTo>
                  <a:pt x="0" y="0"/>
                </a:lnTo>
                <a:close/>
              </a:path>
            </a:pathLst>
          </a:custGeom>
          <a:solidFill>
            <a:srgbClr val="D2D93C"/>
          </a:solidFill>
          <a:ln w="12700" cap="flat" cmpd="sng" algn="ctr">
            <a:noFill/>
            <a:prstDash val="solid"/>
            <a:miter lim="400000"/>
            <a:headEnd type="none" w="med" len="med"/>
            <a:tailEnd type="none" w="med" len="med"/>
          </a:ln>
          <a:effectLst/>
        </p:spPr>
        <p:txBody>
          <a:bodyPr vert="horz" wrap="square" lIns="19050" tIns="19050" rIns="19050" bIns="19050" numCol="1" rtlCol="0" anchor="ctr" anchorCtr="0" compatLnSpc="1">
            <a:prstTxWarp prst="textNoShape">
              <a:avLst/>
            </a:prstTxWarp>
            <a:spAutoFit/>
          </a:bodyPr>
          <a:lstStyle/>
          <a:p>
            <a:pPr marL="0" marR="0" indent="0" algn="l" defTabSz="412750" rtl="0" eaLnBrk="1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ko-KR" altLang="en-US" sz="1000" b="0" i="0" u="none" strike="noStrike" cap="none" normalizeH="0" baseline="0" dirty="0">
              <a:ln>
                <a:noFill/>
              </a:ln>
              <a:solidFill>
                <a:srgbClr val="74808C"/>
              </a:solidFill>
              <a:effectLst/>
              <a:latin typeface="Poppins" charset="0"/>
              <a:ea typeface="Poppins" charset="0"/>
              <a:cs typeface="Poppins" charset="0"/>
              <a:sym typeface="Poppins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1096927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6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695476E3-FBEC-11C5-CEB4-89AEFCF19C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C916C342-484B-1BB4-9D45-C1C4E6B5AA1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69C12AB-AE6C-B137-2BBD-6A0BC855D60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9DFE29B-93A1-40D1-A604-D00555902BE4}" type="datetimeFigureOut">
              <a:rPr lang="ko-KR" altLang="en-US" smtClean="0"/>
              <a:t>2026-02-11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89407464-515E-8CAA-8CE4-7BE34D516E4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CE6A62D-0307-F537-F8F5-A66F8260124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8C7DD00-5A82-43D3-A005-9E26CB83279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0875944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6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3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image" Target="../media/image6.png"/><Relationship Id="rId7" Type="http://schemas.openxmlformats.org/officeDocument/2006/relationships/image" Target="../media/image10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4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3" Type="http://schemas.openxmlformats.org/officeDocument/2006/relationships/image" Target="../media/image12.png"/><Relationship Id="rId7" Type="http://schemas.openxmlformats.org/officeDocument/2006/relationships/image" Target="../media/image56.sv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5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10" Type="http://schemas.openxmlformats.org/officeDocument/2006/relationships/image" Target="../media/image17.png"/><Relationship Id="rId4" Type="http://schemas.openxmlformats.org/officeDocument/2006/relationships/image" Target="../media/image13.png"/><Relationship Id="rId9" Type="http://schemas.openxmlformats.org/officeDocument/2006/relationships/image" Target="../media/image58.sv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6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6.png"/><Relationship Id="rId4" Type="http://schemas.openxmlformats.org/officeDocument/2006/relationships/image" Target="../media/image35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smtClean="0"/>
              <a:t>MAS-UI</a:t>
            </a:r>
            <a:endParaRPr lang="ko-KR" altLang="en-US" dirty="0"/>
          </a:p>
        </p:txBody>
      </p:sp>
      <p:pic>
        <p:nvPicPr>
          <p:cNvPr id="4" name="그림 3"/>
          <p:cNvPicPr>
            <a:picLocks noChangeAspect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44391" y="365125"/>
            <a:ext cx="1054531" cy="27100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28246" y="5235191"/>
            <a:ext cx="1153550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dirty="0" err="1" smtClean="0"/>
              <a:t>Joonho</a:t>
            </a:r>
            <a:r>
              <a:rPr lang="en-US" altLang="ko-KR" dirty="0" smtClean="0"/>
              <a:t> Park</a:t>
            </a:r>
          </a:p>
          <a:p>
            <a:pPr algn="r"/>
            <a:r>
              <a:rPr lang="en-US" altLang="ko-KR" dirty="0" smtClean="0"/>
              <a:t>2025-09-01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60483631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1055078"/>
          </a:xfrm>
        </p:spPr>
        <p:txBody>
          <a:bodyPr/>
          <a:lstStyle/>
          <a:p>
            <a:r>
              <a:rPr lang="en-US" altLang="ko-KR" b="1" dirty="0" smtClean="0"/>
              <a:t> Introduction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0" y="1055078"/>
            <a:ext cx="12192000" cy="5802922"/>
          </a:xfrm>
        </p:spPr>
        <p:txBody>
          <a:bodyPr/>
          <a:lstStyle/>
          <a:p>
            <a:r>
              <a:rPr lang="en-US" altLang="ko-KR" dirty="0" smtClean="0"/>
              <a:t>EDA </a:t>
            </a:r>
            <a:r>
              <a:rPr lang="ko-KR" altLang="en-US" dirty="0" smtClean="0"/>
              <a:t>전반적인 통합 </a:t>
            </a:r>
            <a:r>
              <a:rPr lang="en-US" altLang="ko-KR" dirty="0" smtClean="0"/>
              <a:t>UI </a:t>
            </a:r>
            <a:r>
              <a:rPr lang="ko-KR" altLang="en-US" dirty="0" smtClean="0"/>
              <a:t>시스템 필요</a:t>
            </a:r>
            <a:endParaRPr lang="en-US" altLang="ko-KR" dirty="0" smtClean="0"/>
          </a:p>
          <a:p>
            <a:r>
              <a:rPr lang="ko-KR" altLang="en-US" dirty="0" smtClean="0"/>
              <a:t>각 </a:t>
            </a:r>
            <a:r>
              <a:rPr lang="en-US" altLang="ko-KR" dirty="0" smtClean="0"/>
              <a:t>Application </a:t>
            </a:r>
            <a:r>
              <a:rPr lang="ko-KR" altLang="en-US" dirty="0" smtClean="0"/>
              <a:t>의 상태 체크</a:t>
            </a:r>
            <a:r>
              <a:rPr lang="en-US" altLang="ko-KR" dirty="0" smtClean="0"/>
              <a:t>, </a:t>
            </a:r>
            <a:r>
              <a:rPr lang="ko-KR" altLang="en-US" dirty="0" smtClean="0"/>
              <a:t>제어 </a:t>
            </a:r>
            <a:r>
              <a:rPr lang="en-US" altLang="ko-KR" dirty="0" smtClean="0"/>
              <a:t>Resource </a:t>
            </a:r>
            <a:r>
              <a:rPr lang="ko-KR" altLang="en-US" dirty="0" smtClean="0"/>
              <a:t>현황 파악 필요</a:t>
            </a:r>
            <a:endParaRPr lang="en-US" altLang="ko-KR" dirty="0" smtClean="0"/>
          </a:p>
          <a:p>
            <a:r>
              <a:rPr lang="ko-KR" altLang="en-US" dirty="0" smtClean="0"/>
              <a:t>장비 </a:t>
            </a:r>
            <a:r>
              <a:rPr lang="en-US" altLang="ko-KR" dirty="0" smtClean="0"/>
              <a:t>-&gt; Consumer -&gt; </a:t>
            </a:r>
            <a:r>
              <a:rPr lang="ko-KR" altLang="en-US" dirty="0" smtClean="0"/>
              <a:t>상위 시스템 으로의 </a:t>
            </a:r>
            <a:r>
              <a:rPr lang="en-US" altLang="ko-KR" dirty="0" smtClean="0"/>
              <a:t>Log </a:t>
            </a:r>
            <a:r>
              <a:rPr lang="ko-KR" altLang="en-US" dirty="0" smtClean="0"/>
              <a:t>파일 분석 필요</a:t>
            </a:r>
            <a:endParaRPr lang="en-US" altLang="ko-KR" dirty="0" smtClean="0"/>
          </a:p>
          <a:p>
            <a:r>
              <a:rPr lang="en-US" altLang="ko-KR" dirty="0" smtClean="0"/>
              <a:t>Abnormal History </a:t>
            </a:r>
            <a:r>
              <a:rPr lang="ko-KR" altLang="en-US" dirty="0" smtClean="0"/>
              <a:t>파악 및 해당 시점의 </a:t>
            </a:r>
            <a:r>
              <a:rPr lang="en-US" altLang="ko-KR" dirty="0" smtClean="0"/>
              <a:t>Data Tracking </a:t>
            </a:r>
            <a:r>
              <a:rPr lang="ko-KR" altLang="en-US" dirty="0" smtClean="0"/>
              <a:t>필요</a:t>
            </a:r>
            <a:endParaRPr lang="en-US" altLang="ko-KR" dirty="0" smtClean="0"/>
          </a:p>
          <a:p>
            <a:r>
              <a:rPr lang="ko-KR" altLang="en-US" dirty="0" err="1" smtClean="0"/>
              <a:t>이슈사항</a:t>
            </a:r>
            <a:r>
              <a:rPr lang="ko-KR" altLang="en-US" dirty="0" smtClean="0"/>
              <a:t> </a:t>
            </a:r>
            <a:r>
              <a:rPr lang="ko-KR" altLang="en-US" dirty="0" err="1" smtClean="0"/>
              <a:t>자동복구</a:t>
            </a:r>
            <a:r>
              <a:rPr lang="ko-KR" altLang="en-US" dirty="0" smtClean="0"/>
              <a:t> 수행 필요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31263687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2">
            <a:extLst>
              <a:ext uri="{FF2B5EF4-FFF2-40B4-BE49-F238E27FC236}">
                <a16:creationId xmlns:a16="http://schemas.microsoft.com/office/drawing/2014/main" id="{06298F3B-013F-4E46-BA14-EC80BFD44B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5380" y="296652"/>
            <a:ext cx="3158746" cy="360040"/>
          </a:xfrm>
        </p:spPr>
        <p:txBody>
          <a:bodyPr>
            <a:normAutofit fontScale="90000"/>
          </a:bodyPr>
          <a:lstStyle/>
          <a:p>
            <a:r>
              <a:rPr lang="en-US" altLang="ko-KR" dirty="0" smtClean="0">
                <a:solidFill>
                  <a:schemeClr val="tx1"/>
                </a:solidFill>
              </a:rPr>
              <a:t>User </a:t>
            </a:r>
            <a:r>
              <a:rPr lang="en-US" altLang="ko-KR" dirty="0">
                <a:solidFill>
                  <a:schemeClr val="tx1"/>
                </a:solidFill>
              </a:rPr>
              <a:t>Journey Map</a:t>
            </a:r>
            <a:endParaRPr lang="ko-KR" altLang="en-US" dirty="0">
              <a:solidFill>
                <a:schemeClr val="tx1"/>
              </a:solidFill>
            </a:endParaRPr>
          </a:p>
        </p:txBody>
      </p:sp>
      <p:cxnSp>
        <p:nvCxnSpPr>
          <p:cNvPr id="28" name="연결선: 구부러짐 27">
            <a:extLst>
              <a:ext uri="{FF2B5EF4-FFF2-40B4-BE49-F238E27FC236}">
                <a16:creationId xmlns:a16="http://schemas.microsoft.com/office/drawing/2014/main" id="{3B846417-4CFE-70A7-B8F4-E95B83F367CB}"/>
              </a:ext>
            </a:extLst>
          </p:cNvPr>
          <p:cNvCxnSpPr>
            <a:cxnSpLocks/>
            <a:stCxn id="89" idx="3"/>
            <a:endCxn id="6" idx="1"/>
          </p:cNvCxnSpPr>
          <p:nvPr/>
        </p:nvCxnSpPr>
        <p:spPr bwMode="auto">
          <a:xfrm flipV="1">
            <a:off x="6982945" y="4284313"/>
            <a:ext cx="956259" cy="277014"/>
          </a:xfrm>
          <a:prstGeom prst="curvedConnector3">
            <a:avLst>
              <a:gd name="adj1" fmla="val 50000"/>
            </a:avLst>
          </a:prstGeom>
          <a:ln>
            <a:headEnd type="none" w="med" len="med"/>
            <a:tailEnd type="triangle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25782D2B-D53A-C919-21D0-4622728B3553}"/>
              </a:ext>
            </a:extLst>
          </p:cNvPr>
          <p:cNvSpPr txBox="1"/>
          <p:nvPr/>
        </p:nvSpPr>
        <p:spPr>
          <a:xfrm>
            <a:off x="1141300" y="1389768"/>
            <a:ext cx="288582" cy="128054"/>
          </a:xfrm>
          <a:prstGeom prst="rect">
            <a:avLst/>
          </a:prstGeom>
          <a:noFill/>
        </p:spPr>
        <p:txBody>
          <a:bodyPr wrap="none" rtlCol="0">
            <a:noAutofit/>
          </a:bodyPr>
          <a:lstStyle/>
          <a:p>
            <a:pPr algn="ctr"/>
            <a:r>
              <a:rPr lang="en-US" altLang="ko-KR" sz="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Login</a:t>
            </a:r>
            <a:endParaRPr lang="ko-KR" altLang="en-US" sz="8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grpSp>
        <p:nvGrpSpPr>
          <p:cNvPr id="10" name="그룹 9">
            <a:extLst>
              <a:ext uri="{FF2B5EF4-FFF2-40B4-BE49-F238E27FC236}">
                <a16:creationId xmlns:a16="http://schemas.microsoft.com/office/drawing/2014/main" id="{BBC52A39-9381-6CE0-1602-FE7E33252014}"/>
              </a:ext>
            </a:extLst>
          </p:cNvPr>
          <p:cNvGrpSpPr/>
          <p:nvPr/>
        </p:nvGrpSpPr>
        <p:grpSpPr>
          <a:xfrm>
            <a:off x="1141300" y="1206337"/>
            <a:ext cx="288582" cy="183432"/>
            <a:chOff x="2902968" y="3041576"/>
            <a:chExt cx="776524" cy="573142"/>
          </a:xfrm>
        </p:grpSpPr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4A4A02EA-3AA7-BEC5-B779-AAA629260804}"/>
                </a:ext>
              </a:extLst>
            </p:cNvPr>
            <p:cNvSpPr txBox="1"/>
            <p:nvPr/>
          </p:nvSpPr>
          <p:spPr>
            <a:xfrm>
              <a:off x="2902968" y="3110662"/>
              <a:ext cx="776524" cy="504056"/>
            </a:xfrm>
            <a:prstGeom prst="flowChartProcess">
              <a:avLst/>
            </a:prstGeom>
            <a:solidFill>
              <a:srgbClr val="CBC8CB"/>
            </a:solidFill>
            <a:ln w="317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anchor="ctr">
              <a:noAutofit/>
            </a:bodyPr>
            <a:lstStyle/>
            <a:p>
              <a:pPr algn="ctr"/>
              <a:endParaRPr lang="en-US" altLang="ko-KR" sz="8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Poppins" charset="0"/>
                <a:sym typeface="Poppins" charset="0"/>
              </a:endParaRPr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4F27CF58-778C-5099-40B8-67477992A617}"/>
                </a:ext>
              </a:extLst>
            </p:cNvPr>
            <p:cNvSpPr txBox="1"/>
            <p:nvPr/>
          </p:nvSpPr>
          <p:spPr>
            <a:xfrm>
              <a:off x="2902968" y="3041576"/>
              <a:ext cx="776524" cy="72008"/>
            </a:xfrm>
            <a:prstGeom prst="flowChartProcess">
              <a:avLst/>
            </a:prstGeom>
            <a:solidFill>
              <a:srgbClr val="CBC8CB"/>
            </a:solidFill>
            <a:ln w="317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anchor="ctr">
              <a:noAutofit/>
            </a:bodyPr>
            <a:lstStyle/>
            <a:p>
              <a:pPr algn="ctr"/>
              <a:endParaRPr lang="en-US" altLang="ko-KR" sz="8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Poppins" charset="0"/>
                <a:sym typeface="Poppins" charset="0"/>
              </a:endParaRPr>
            </a:p>
          </p:txBody>
        </p:sp>
      </p:grpSp>
      <p:sp>
        <p:nvSpPr>
          <p:cNvPr id="14" name="TextBox 13">
            <a:extLst>
              <a:ext uri="{FF2B5EF4-FFF2-40B4-BE49-F238E27FC236}">
                <a16:creationId xmlns:a16="http://schemas.microsoft.com/office/drawing/2014/main" id="{06061311-8490-D4AC-C3DF-3663381552C8}"/>
              </a:ext>
            </a:extLst>
          </p:cNvPr>
          <p:cNvSpPr txBox="1"/>
          <p:nvPr/>
        </p:nvSpPr>
        <p:spPr>
          <a:xfrm>
            <a:off x="1977378" y="1676688"/>
            <a:ext cx="600615" cy="128054"/>
          </a:xfrm>
          <a:prstGeom prst="rect">
            <a:avLst/>
          </a:prstGeom>
          <a:noFill/>
        </p:spPr>
        <p:txBody>
          <a:bodyPr wrap="none" rtlCol="0">
            <a:noAutofit/>
          </a:bodyPr>
          <a:lstStyle/>
          <a:p>
            <a:pPr algn="ctr"/>
            <a:r>
              <a:rPr lang="en-US" altLang="ko-KR" sz="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Main</a:t>
            </a:r>
            <a:endParaRPr lang="ko-KR" altLang="en-US" sz="8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grpSp>
        <p:nvGrpSpPr>
          <p:cNvPr id="17" name="그룹 16">
            <a:extLst>
              <a:ext uri="{FF2B5EF4-FFF2-40B4-BE49-F238E27FC236}">
                <a16:creationId xmlns:a16="http://schemas.microsoft.com/office/drawing/2014/main" id="{89D6E61C-FD42-7D26-A67D-1FB0212A88A6}"/>
              </a:ext>
            </a:extLst>
          </p:cNvPr>
          <p:cNvGrpSpPr/>
          <p:nvPr/>
        </p:nvGrpSpPr>
        <p:grpSpPr>
          <a:xfrm>
            <a:off x="2012675" y="1357987"/>
            <a:ext cx="561973" cy="322674"/>
            <a:chOff x="4631160" y="2438682"/>
            <a:chExt cx="1512168" cy="1008212"/>
          </a:xfrm>
        </p:grpSpPr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AFBFB9A0-BDA3-B13B-DFD2-D231E0242FF5}"/>
                </a:ext>
              </a:extLst>
            </p:cNvPr>
            <p:cNvSpPr txBox="1"/>
            <p:nvPr/>
          </p:nvSpPr>
          <p:spPr>
            <a:xfrm>
              <a:off x="4631160" y="2515932"/>
              <a:ext cx="117053" cy="930962"/>
            </a:xfrm>
            <a:prstGeom prst="flowChartProcess">
              <a:avLst/>
            </a:prstGeom>
            <a:solidFill>
              <a:srgbClr val="CBC8CB"/>
            </a:solidFill>
            <a:ln w="317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anchor="ctr">
              <a:noAutofit/>
            </a:bodyPr>
            <a:lstStyle/>
            <a:p>
              <a:pPr algn="ctr"/>
              <a:endParaRPr lang="en-US" altLang="ko-KR" sz="8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Poppins" charset="0"/>
                <a:sym typeface="Poppins" charset="0"/>
              </a:endParaRP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B79D4808-3EEB-3682-64CD-93E8806696DF}"/>
                </a:ext>
              </a:extLst>
            </p:cNvPr>
            <p:cNvSpPr txBox="1"/>
            <p:nvPr/>
          </p:nvSpPr>
          <p:spPr>
            <a:xfrm>
              <a:off x="4631160" y="2438682"/>
              <a:ext cx="1512168" cy="72008"/>
            </a:xfrm>
            <a:prstGeom prst="flowChartProcess">
              <a:avLst/>
            </a:prstGeom>
            <a:solidFill>
              <a:srgbClr val="CBC8CB"/>
            </a:solidFill>
            <a:ln w="317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anchor="ctr">
              <a:noAutofit/>
            </a:bodyPr>
            <a:lstStyle/>
            <a:p>
              <a:pPr algn="ctr"/>
              <a:endParaRPr lang="en-US" altLang="ko-KR" sz="8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Poppins" charset="0"/>
                <a:sym typeface="Poppins" charset="0"/>
              </a:endParaRP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A08AB336-66F1-8C89-1A67-B2820FD37EA3}"/>
                </a:ext>
              </a:extLst>
            </p:cNvPr>
            <p:cNvSpPr txBox="1"/>
            <p:nvPr/>
          </p:nvSpPr>
          <p:spPr>
            <a:xfrm>
              <a:off x="4703168" y="2515932"/>
              <a:ext cx="1440160" cy="930962"/>
            </a:xfrm>
            <a:prstGeom prst="flowChartProcess">
              <a:avLst/>
            </a:prstGeom>
            <a:solidFill>
              <a:srgbClr val="CBC8CB"/>
            </a:solidFill>
            <a:ln w="317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anchor="ctr">
              <a:noAutofit/>
            </a:bodyPr>
            <a:lstStyle/>
            <a:p>
              <a:pPr algn="ctr"/>
              <a:endParaRPr lang="en-US" altLang="ko-KR" sz="8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Poppins" charset="0"/>
                <a:sym typeface="Poppins" charset="0"/>
              </a:endParaRPr>
            </a:p>
          </p:txBody>
        </p:sp>
      </p:grpSp>
      <p:sp>
        <p:nvSpPr>
          <p:cNvPr id="22" name="TextBox 21">
            <a:extLst>
              <a:ext uri="{FF2B5EF4-FFF2-40B4-BE49-F238E27FC236}">
                <a16:creationId xmlns:a16="http://schemas.microsoft.com/office/drawing/2014/main" id="{4428403A-4193-AB76-3F75-C54314089F76}"/>
              </a:ext>
            </a:extLst>
          </p:cNvPr>
          <p:cNvSpPr txBox="1"/>
          <p:nvPr/>
        </p:nvSpPr>
        <p:spPr>
          <a:xfrm>
            <a:off x="4330520" y="1211278"/>
            <a:ext cx="600615" cy="128054"/>
          </a:xfrm>
          <a:prstGeom prst="rect">
            <a:avLst/>
          </a:prstGeom>
          <a:noFill/>
        </p:spPr>
        <p:txBody>
          <a:bodyPr wrap="none" rtlCol="0">
            <a:noAutofit/>
          </a:bodyPr>
          <a:lstStyle/>
          <a:p>
            <a:pPr algn="ctr"/>
            <a:r>
              <a:rPr lang="en-US" altLang="ko-KR" sz="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Dashboard</a:t>
            </a:r>
            <a:endParaRPr lang="ko-KR" altLang="en-US" sz="8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BADD7AD3-BD0B-FD5D-E76B-850F67059566}"/>
              </a:ext>
            </a:extLst>
          </p:cNvPr>
          <p:cNvSpPr txBox="1"/>
          <p:nvPr/>
        </p:nvSpPr>
        <p:spPr>
          <a:xfrm>
            <a:off x="4299173" y="2089313"/>
            <a:ext cx="600615" cy="128054"/>
          </a:xfrm>
          <a:prstGeom prst="rect">
            <a:avLst/>
          </a:prstGeom>
          <a:noFill/>
        </p:spPr>
        <p:txBody>
          <a:bodyPr wrap="none" rtlCol="0">
            <a:noAutofit/>
          </a:bodyPr>
          <a:lstStyle/>
          <a:p>
            <a:pPr algn="ctr"/>
            <a:r>
              <a:rPr lang="en-US" altLang="ko-KR" sz="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System</a:t>
            </a:r>
          </a:p>
          <a:p>
            <a:pPr algn="ctr"/>
            <a:r>
              <a:rPr lang="en-US" altLang="ko-KR" sz="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Configurations</a:t>
            </a:r>
            <a:endParaRPr lang="ko-KR" altLang="en-US" sz="8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881F61B4-B169-31E9-7572-2EDC652D6764}"/>
              </a:ext>
            </a:extLst>
          </p:cNvPr>
          <p:cNvSpPr txBox="1"/>
          <p:nvPr/>
        </p:nvSpPr>
        <p:spPr>
          <a:xfrm>
            <a:off x="887386" y="3680473"/>
            <a:ext cx="600615" cy="128054"/>
          </a:xfrm>
          <a:prstGeom prst="rect">
            <a:avLst/>
          </a:prstGeom>
          <a:noFill/>
        </p:spPr>
        <p:txBody>
          <a:bodyPr wrap="none" rtlCol="0">
            <a:noAutofit/>
          </a:bodyPr>
          <a:lstStyle/>
          <a:p>
            <a:pPr algn="ctr"/>
            <a:r>
              <a:rPr lang="en-US" altLang="ko-KR" sz="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Equipment</a:t>
            </a:r>
          </a:p>
          <a:p>
            <a:pPr algn="ctr"/>
            <a:r>
              <a:rPr lang="en-US" altLang="ko-KR" sz="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Configurations</a:t>
            </a:r>
            <a:endParaRPr lang="ko-KR" altLang="en-US" sz="8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cxnSp>
        <p:nvCxnSpPr>
          <p:cNvPr id="29" name="연결선: 구부러짐 28">
            <a:extLst>
              <a:ext uri="{FF2B5EF4-FFF2-40B4-BE49-F238E27FC236}">
                <a16:creationId xmlns:a16="http://schemas.microsoft.com/office/drawing/2014/main" id="{2672810D-ED65-EB64-CBCA-F837878A3F76}"/>
              </a:ext>
            </a:extLst>
          </p:cNvPr>
          <p:cNvCxnSpPr>
            <a:stCxn id="12" idx="3"/>
            <a:endCxn id="19" idx="1"/>
          </p:cNvCxnSpPr>
          <p:nvPr/>
        </p:nvCxnSpPr>
        <p:spPr bwMode="auto">
          <a:xfrm flipV="1">
            <a:off x="2574647" y="1040200"/>
            <a:ext cx="1789929" cy="491487"/>
          </a:xfrm>
          <a:prstGeom prst="curvedConnector3">
            <a:avLst/>
          </a:prstGeom>
          <a:ln>
            <a:headEnd type="none" w="med" len="med"/>
            <a:tailEnd type="triangle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연결선: 구부러짐 29">
            <a:extLst>
              <a:ext uri="{FF2B5EF4-FFF2-40B4-BE49-F238E27FC236}">
                <a16:creationId xmlns:a16="http://schemas.microsoft.com/office/drawing/2014/main" id="{68563CBB-9829-0595-DB54-FB5040EB239E}"/>
              </a:ext>
            </a:extLst>
          </p:cNvPr>
          <p:cNvCxnSpPr>
            <a:cxnSpLocks/>
            <a:stCxn id="12" idx="3"/>
            <a:endCxn id="23" idx="1"/>
          </p:cNvCxnSpPr>
          <p:nvPr/>
        </p:nvCxnSpPr>
        <p:spPr bwMode="auto">
          <a:xfrm>
            <a:off x="2574647" y="1531686"/>
            <a:ext cx="1757227" cy="409645"/>
          </a:xfrm>
          <a:prstGeom prst="curvedConnector3">
            <a:avLst>
              <a:gd name="adj1" fmla="val 50000"/>
            </a:avLst>
          </a:prstGeom>
          <a:ln>
            <a:headEnd type="none" w="med" len="med"/>
            <a:tailEnd type="triangle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4" name="연결선: 구부러짐 33">
            <a:extLst>
              <a:ext uri="{FF2B5EF4-FFF2-40B4-BE49-F238E27FC236}">
                <a16:creationId xmlns:a16="http://schemas.microsoft.com/office/drawing/2014/main" id="{096906FA-1050-DE28-1E5B-7D7D589D83F8}"/>
              </a:ext>
            </a:extLst>
          </p:cNvPr>
          <p:cNvCxnSpPr>
            <a:cxnSpLocks/>
            <a:stCxn id="12" idx="3"/>
            <a:endCxn id="259" idx="0"/>
          </p:cNvCxnSpPr>
          <p:nvPr/>
        </p:nvCxnSpPr>
        <p:spPr bwMode="auto">
          <a:xfrm flipH="1">
            <a:off x="1187693" y="1531686"/>
            <a:ext cx="1386954" cy="1850281"/>
          </a:xfrm>
          <a:prstGeom prst="curvedConnector4">
            <a:avLst>
              <a:gd name="adj1" fmla="val -8241"/>
              <a:gd name="adj2" fmla="val 54026"/>
            </a:avLst>
          </a:prstGeom>
          <a:ln>
            <a:headEnd type="none" w="med" len="med"/>
            <a:tailEnd type="triangle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C89EB93D-BA00-E5A8-E152-D5818B891C07}"/>
              </a:ext>
            </a:extLst>
          </p:cNvPr>
          <p:cNvSpPr txBox="1"/>
          <p:nvPr/>
        </p:nvSpPr>
        <p:spPr>
          <a:xfrm>
            <a:off x="2425058" y="3688034"/>
            <a:ext cx="600615" cy="128054"/>
          </a:xfrm>
          <a:prstGeom prst="rect">
            <a:avLst/>
          </a:prstGeom>
          <a:noFill/>
        </p:spPr>
        <p:txBody>
          <a:bodyPr wrap="none" rtlCol="0">
            <a:noAutofit/>
          </a:bodyPr>
          <a:lstStyle/>
          <a:p>
            <a:pPr algn="ctr"/>
            <a:r>
              <a:rPr lang="en-US" altLang="ko-KR" sz="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Manage </a:t>
            </a:r>
          </a:p>
          <a:p>
            <a:pPr algn="ctr"/>
            <a:r>
              <a:rPr lang="en-US" altLang="ko-KR" sz="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Equipment Info.</a:t>
            </a:r>
            <a:endParaRPr lang="ko-KR" altLang="en-US" sz="8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cxnSp>
        <p:nvCxnSpPr>
          <p:cNvPr id="40" name="연결선: 구부러짐 39">
            <a:extLst>
              <a:ext uri="{FF2B5EF4-FFF2-40B4-BE49-F238E27FC236}">
                <a16:creationId xmlns:a16="http://schemas.microsoft.com/office/drawing/2014/main" id="{1E0BAFAE-3275-CA95-B4F6-166C266D053E}"/>
              </a:ext>
            </a:extLst>
          </p:cNvPr>
          <p:cNvCxnSpPr>
            <a:cxnSpLocks/>
            <a:stCxn id="25" idx="3"/>
            <a:endCxn id="38" idx="1"/>
          </p:cNvCxnSpPr>
          <p:nvPr/>
        </p:nvCxnSpPr>
        <p:spPr bwMode="auto">
          <a:xfrm>
            <a:off x="1455299" y="3531616"/>
            <a:ext cx="1002460" cy="7503"/>
          </a:xfrm>
          <a:prstGeom prst="curvedConnector3">
            <a:avLst>
              <a:gd name="adj1" fmla="val 50000"/>
            </a:avLst>
          </a:prstGeom>
          <a:ln>
            <a:headEnd type="none" w="med" len="med"/>
            <a:tailEnd type="triangle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5" name="TextBox 44">
            <a:extLst>
              <a:ext uri="{FF2B5EF4-FFF2-40B4-BE49-F238E27FC236}">
                <a16:creationId xmlns:a16="http://schemas.microsoft.com/office/drawing/2014/main" id="{1F6E13D0-4640-DA1F-FFED-BC1427A76C21}"/>
              </a:ext>
            </a:extLst>
          </p:cNvPr>
          <p:cNvSpPr txBox="1"/>
          <p:nvPr/>
        </p:nvSpPr>
        <p:spPr>
          <a:xfrm>
            <a:off x="2433452" y="4484299"/>
            <a:ext cx="600615" cy="128054"/>
          </a:xfrm>
          <a:prstGeom prst="rect">
            <a:avLst/>
          </a:prstGeom>
          <a:noFill/>
        </p:spPr>
        <p:txBody>
          <a:bodyPr wrap="none" rtlCol="0">
            <a:noAutofit/>
          </a:bodyPr>
          <a:lstStyle/>
          <a:p>
            <a:pPr algn="ctr"/>
            <a:r>
              <a:rPr lang="en-US" altLang="ko-KR" sz="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Manage ACL</a:t>
            </a:r>
            <a:endParaRPr lang="ko-KR" altLang="en-US" sz="8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cxnSp>
        <p:nvCxnSpPr>
          <p:cNvPr id="46" name="연결선: 구부러짐 45">
            <a:extLst>
              <a:ext uri="{FF2B5EF4-FFF2-40B4-BE49-F238E27FC236}">
                <a16:creationId xmlns:a16="http://schemas.microsoft.com/office/drawing/2014/main" id="{11AA654D-B59B-8825-19A8-701CA4B58A1D}"/>
              </a:ext>
            </a:extLst>
          </p:cNvPr>
          <p:cNvCxnSpPr>
            <a:cxnSpLocks/>
            <a:stCxn id="4" idx="3"/>
            <a:endCxn id="16" idx="1"/>
          </p:cNvCxnSpPr>
          <p:nvPr/>
        </p:nvCxnSpPr>
        <p:spPr bwMode="auto">
          <a:xfrm>
            <a:off x="1429882" y="1309108"/>
            <a:ext cx="582792" cy="222578"/>
          </a:xfrm>
          <a:prstGeom prst="curvedConnector3">
            <a:avLst/>
          </a:prstGeom>
          <a:ln>
            <a:headEnd type="none" w="med" len="med"/>
            <a:tailEnd type="triangle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9" name="연결선: 구부러짐 48">
            <a:extLst>
              <a:ext uri="{FF2B5EF4-FFF2-40B4-BE49-F238E27FC236}">
                <a16:creationId xmlns:a16="http://schemas.microsoft.com/office/drawing/2014/main" id="{5F7449D4-CF81-ABE2-2D31-2D2A181CD478}"/>
              </a:ext>
            </a:extLst>
          </p:cNvPr>
          <p:cNvCxnSpPr>
            <a:cxnSpLocks/>
            <a:stCxn id="25" idx="3"/>
            <a:endCxn id="44" idx="1"/>
          </p:cNvCxnSpPr>
          <p:nvPr/>
        </p:nvCxnSpPr>
        <p:spPr bwMode="auto">
          <a:xfrm>
            <a:off x="1455299" y="3531616"/>
            <a:ext cx="1020159" cy="803768"/>
          </a:xfrm>
          <a:prstGeom prst="curvedConnector3">
            <a:avLst>
              <a:gd name="adj1" fmla="val 50000"/>
            </a:avLst>
          </a:prstGeom>
          <a:ln>
            <a:headEnd type="none" w="med" len="med"/>
            <a:tailEnd type="triangle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4" name="TextBox 53">
            <a:extLst>
              <a:ext uri="{FF2B5EF4-FFF2-40B4-BE49-F238E27FC236}">
                <a16:creationId xmlns:a16="http://schemas.microsoft.com/office/drawing/2014/main" id="{73A72605-0015-7282-9D66-6EDE57FEB4BB}"/>
              </a:ext>
            </a:extLst>
          </p:cNvPr>
          <p:cNvSpPr txBox="1"/>
          <p:nvPr/>
        </p:nvSpPr>
        <p:spPr>
          <a:xfrm>
            <a:off x="2466390" y="5239319"/>
            <a:ext cx="600615" cy="128054"/>
          </a:xfrm>
          <a:prstGeom prst="rect">
            <a:avLst/>
          </a:prstGeom>
          <a:noFill/>
        </p:spPr>
        <p:txBody>
          <a:bodyPr wrap="none" rtlCol="0">
            <a:noAutofit/>
          </a:bodyPr>
          <a:lstStyle/>
          <a:p>
            <a:pPr algn="ctr"/>
            <a:r>
              <a:rPr lang="en-US" altLang="ko-KR" sz="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Manage DCP</a:t>
            </a:r>
            <a:endParaRPr lang="ko-KR" altLang="en-US" sz="8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cxnSp>
        <p:nvCxnSpPr>
          <p:cNvPr id="55" name="연결선: 구부러짐 54">
            <a:extLst>
              <a:ext uri="{FF2B5EF4-FFF2-40B4-BE49-F238E27FC236}">
                <a16:creationId xmlns:a16="http://schemas.microsoft.com/office/drawing/2014/main" id="{A4051BC1-4A44-0093-508D-813CD601FF1A}"/>
              </a:ext>
            </a:extLst>
          </p:cNvPr>
          <p:cNvCxnSpPr>
            <a:cxnSpLocks/>
            <a:stCxn id="25" idx="3"/>
            <a:endCxn id="53" idx="1"/>
          </p:cNvCxnSpPr>
          <p:nvPr/>
        </p:nvCxnSpPr>
        <p:spPr bwMode="auto">
          <a:xfrm>
            <a:off x="1455299" y="3531616"/>
            <a:ext cx="1032094" cy="1558787"/>
          </a:xfrm>
          <a:prstGeom prst="curvedConnector3">
            <a:avLst>
              <a:gd name="adj1" fmla="val 50000"/>
            </a:avLst>
          </a:prstGeom>
          <a:ln>
            <a:headEnd type="none" w="med" len="med"/>
            <a:tailEnd type="triangle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0" name="TextBox 59">
            <a:extLst>
              <a:ext uri="{FF2B5EF4-FFF2-40B4-BE49-F238E27FC236}">
                <a16:creationId xmlns:a16="http://schemas.microsoft.com/office/drawing/2014/main" id="{E00D45E0-E33B-EBF9-BC42-C0F174BB62C6}"/>
              </a:ext>
            </a:extLst>
          </p:cNvPr>
          <p:cNvSpPr txBox="1"/>
          <p:nvPr/>
        </p:nvSpPr>
        <p:spPr>
          <a:xfrm>
            <a:off x="2456851" y="5938703"/>
            <a:ext cx="600615" cy="128054"/>
          </a:xfrm>
          <a:prstGeom prst="rect">
            <a:avLst/>
          </a:prstGeom>
          <a:noFill/>
        </p:spPr>
        <p:txBody>
          <a:bodyPr wrap="none" rtlCol="0">
            <a:noAutofit/>
          </a:bodyPr>
          <a:lstStyle/>
          <a:p>
            <a:pPr algn="ctr"/>
            <a:r>
              <a:rPr lang="en-US" altLang="ko-KR" sz="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Control DCP</a:t>
            </a:r>
            <a:endParaRPr lang="ko-KR" altLang="en-US" sz="8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cxnSp>
        <p:nvCxnSpPr>
          <p:cNvPr id="66" name="연결선: 구부러짐 65">
            <a:extLst>
              <a:ext uri="{FF2B5EF4-FFF2-40B4-BE49-F238E27FC236}">
                <a16:creationId xmlns:a16="http://schemas.microsoft.com/office/drawing/2014/main" id="{4A38DE85-6A4E-4018-1128-A1ED75D0CDE2}"/>
              </a:ext>
            </a:extLst>
          </p:cNvPr>
          <p:cNvCxnSpPr>
            <a:cxnSpLocks/>
            <a:stCxn id="25" idx="3"/>
            <a:endCxn id="59" idx="1"/>
          </p:cNvCxnSpPr>
          <p:nvPr/>
        </p:nvCxnSpPr>
        <p:spPr bwMode="auto">
          <a:xfrm>
            <a:off x="1455299" y="3531616"/>
            <a:ext cx="1034254" cy="2258172"/>
          </a:xfrm>
          <a:prstGeom prst="curvedConnector3">
            <a:avLst>
              <a:gd name="adj1" fmla="val 50000"/>
            </a:avLst>
          </a:prstGeom>
          <a:ln>
            <a:headEnd type="none" w="med" len="med"/>
            <a:tailEnd type="triangle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90" name="TextBox 89">
            <a:extLst>
              <a:ext uri="{FF2B5EF4-FFF2-40B4-BE49-F238E27FC236}">
                <a16:creationId xmlns:a16="http://schemas.microsoft.com/office/drawing/2014/main" id="{9A3127F6-7123-807D-03D6-152B63DF08D4}"/>
              </a:ext>
            </a:extLst>
          </p:cNvPr>
          <p:cNvSpPr txBox="1"/>
          <p:nvPr/>
        </p:nvSpPr>
        <p:spPr>
          <a:xfrm>
            <a:off x="6412635" y="4710243"/>
            <a:ext cx="600615" cy="128054"/>
          </a:xfrm>
          <a:prstGeom prst="rect">
            <a:avLst/>
          </a:prstGeom>
          <a:noFill/>
        </p:spPr>
        <p:txBody>
          <a:bodyPr wrap="none" rtlCol="0">
            <a:noAutofit/>
          </a:bodyPr>
          <a:lstStyle/>
          <a:p>
            <a:pPr algn="ctr"/>
            <a:endParaRPr lang="ko-KR" altLang="en-US" sz="8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cxnSp>
        <p:nvCxnSpPr>
          <p:cNvPr id="91" name="연결선: 구부러짐 90">
            <a:extLst>
              <a:ext uri="{FF2B5EF4-FFF2-40B4-BE49-F238E27FC236}">
                <a16:creationId xmlns:a16="http://schemas.microsoft.com/office/drawing/2014/main" id="{8C0CEFA1-8059-D614-4272-F55F81C9C249}"/>
              </a:ext>
            </a:extLst>
          </p:cNvPr>
          <p:cNvCxnSpPr>
            <a:cxnSpLocks/>
            <a:stCxn id="23" idx="3"/>
            <a:endCxn id="128" idx="1"/>
          </p:cNvCxnSpPr>
          <p:nvPr/>
        </p:nvCxnSpPr>
        <p:spPr bwMode="auto">
          <a:xfrm>
            <a:off x="4867086" y="1941331"/>
            <a:ext cx="1580647" cy="2619995"/>
          </a:xfrm>
          <a:prstGeom prst="curvedConnector3">
            <a:avLst>
              <a:gd name="adj1" fmla="val 50000"/>
            </a:avLst>
          </a:prstGeom>
          <a:ln>
            <a:headEnd type="none" w="med" len="med"/>
            <a:tailEnd type="triangle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93" name="TextBox 92">
            <a:extLst>
              <a:ext uri="{FF2B5EF4-FFF2-40B4-BE49-F238E27FC236}">
                <a16:creationId xmlns:a16="http://schemas.microsoft.com/office/drawing/2014/main" id="{50D1EBD1-0333-EFBB-DB10-8F64489BF0C0}"/>
              </a:ext>
            </a:extLst>
          </p:cNvPr>
          <p:cNvSpPr txBox="1"/>
          <p:nvPr/>
        </p:nvSpPr>
        <p:spPr>
          <a:xfrm>
            <a:off x="6422739" y="3376403"/>
            <a:ext cx="600615" cy="128054"/>
          </a:xfrm>
          <a:prstGeom prst="rect">
            <a:avLst/>
          </a:prstGeom>
          <a:noFill/>
        </p:spPr>
        <p:txBody>
          <a:bodyPr wrap="none" rtlCol="0">
            <a:noAutofit/>
          </a:bodyPr>
          <a:lstStyle/>
          <a:p>
            <a:pPr algn="ctr"/>
            <a:r>
              <a:rPr lang="ko-KR" altLang="en-US" sz="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데이터 실시간 전송 상태 </a:t>
            </a:r>
          </a:p>
          <a:p>
            <a:pPr algn="ctr"/>
            <a:endParaRPr lang="ko-KR" altLang="en-US" sz="8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cxnSp>
        <p:nvCxnSpPr>
          <p:cNvPr id="94" name="연결선: 구부러짐 93">
            <a:extLst>
              <a:ext uri="{FF2B5EF4-FFF2-40B4-BE49-F238E27FC236}">
                <a16:creationId xmlns:a16="http://schemas.microsoft.com/office/drawing/2014/main" id="{D48C72C8-42E7-8C3A-25B3-E1494898FC3E}"/>
              </a:ext>
            </a:extLst>
          </p:cNvPr>
          <p:cNvCxnSpPr>
            <a:cxnSpLocks/>
            <a:stCxn id="23" idx="3"/>
            <a:endCxn id="92" idx="1"/>
          </p:cNvCxnSpPr>
          <p:nvPr/>
        </p:nvCxnSpPr>
        <p:spPr bwMode="auto">
          <a:xfrm>
            <a:off x="4867086" y="1941331"/>
            <a:ext cx="1597657" cy="1286157"/>
          </a:xfrm>
          <a:prstGeom prst="curvedConnector3">
            <a:avLst>
              <a:gd name="adj1" fmla="val 50000"/>
            </a:avLst>
          </a:prstGeom>
          <a:ln>
            <a:headEnd type="none" w="med" len="med"/>
            <a:tailEnd type="triangle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96" name="TextBox 95">
            <a:extLst>
              <a:ext uri="{FF2B5EF4-FFF2-40B4-BE49-F238E27FC236}">
                <a16:creationId xmlns:a16="http://schemas.microsoft.com/office/drawing/2014/main" id="{BCD620DC-3074-941A-1506-87CDEFEDC624}"/>
              </a:ext>
            </a:extLst>
          </p:cNvPr>
          <p:cNvSpPr txBox="1"/>
          <p:nvPr/>
        </p:nvSpPr>
        <p:spPr>
          <a:xfrm>
            <a:off x="7967386" y="3638706"/>
            <a:ext cx="600615" cy="128054"/>
          </a:xfrm>
          <a:prstGeom prst="rect">
            <a:avLst/>
          </a:prstGeom>
          <a:noFill/>
        </p:spPr>
        <p:txBody>
          <a:bodyPr wrap="none" rtlCol="0">
            <a:noAutofit/>
          </a:bodyPr>
          <a:lstStyle/>
          <a:p>
            <a:pPr algn="ctr"/>
            <a:r>
              <a:rPr lang="en-US" altLang="ko-KR" sz="800" dirty="0" err="1" smtClean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APIGateway</a:t>
            </a:r>
            <a:r>
              <a:rPr lang="en-US" altLang="ko-KR" sz="800" dirty="0" smtClean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Arch</a:t>
            </a:r>
            <a:endParaRPr lang="ko-KR" altLang="en-US" sz="8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grpSp>
        <p:nvGrpSpPr>
          <p:cNvPr id="113" name="그룹 112">
            <a:extLst>
              <a:ext uri="{FF2B5EF4-FFF2-40B4-BE49-F238E27FC236}">
                <a16:creationId xmlns:a16="http://schemas.microsoft.com/office/drawing/2014/main" id="{E04A1861-8B44-667A-BBB7-6FE06C19E9D0}"/>
              </a:ext>
            </a:extLst>
          </p:cNvPr>
          <p:cNvGrpSpPr/>
          <p:nvPr/>
        </p:nvGrpSpPr>
        <p:grpSpPr>
          <a:xfrm>
            <a:off x="6447733" y="4389922"/>
            <a:ext cx="535212" cy="320380"/>
            <a:chOff x="10358039" y="5897880"/>
            <a:chExt cx="1440160" cy="1001044"/>
          </a:xfrm>
        </p:grpSpPr>
        <p:sp>
          <p:nvSpPr>
            <p:cNvPr id="89" name="TextBox 88">
              <a:extLst>
                <a:ext uri="{FF2B5EF4-FFF2-40B4-BE49-F238E27FC236}">
                  <a16:creationId xmlns:a16="http://schemas.microsoft.com/office/drawing/2014/main" id="{A2AD40EE-690D-07CE-8005-8AA1481B06A0}"/>
                </a:ext>
              </a:extLst>
            </p:cNvPr>
            <p:cNvSpPr txBox="1"/>
            <p:nvPr/>
          </p:nvSpPr>
          <p:spPr>
            <a:xfrm>
              <a:off x="10358039" y="5967962"/>
              <a:ext cx="1440160" cy="930962"/>
            </a:xfrm>
            <a:prstGeom prst="flowChartProcess">
              <a:avLst/>
            </a:prstGeom>
            <a:solidFill>
              <a:srgbClr val="CBC8CB"/>
            </a:solidFill>
            <a:ln w="317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anchor="ctr">
              <a:noAutofit/>
            </a:bodyPr>
            <a:lstStyle/>
            <a:p>
              <a:pPr algn="ctr"/>
              <a:endParaRPr lang="en-US" altLang="ko-KR" sz="8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Poppins" charset="0"/>
                <a:sym typeface="Poppins" charset="0"/>
              </a:endParaRPr>
            </a:p>
          </p:txBody>
        </p:sp>
        <p:sp>
          <p:nvSpPr>
            <p:cNvPr id="105" name="사각형: 잘린 한쪽 모서리 104">
              <a:extLst>
                <a:ext uri="{FF2B5EF4-FFF2-40B4-BE49-F238E27FC236}">
                  <a16:creationId xmlns:a16="http://schemas.microsoft.com/office/drawing/2014/main" id="{18B39CD8-570A-9583-043E-6F956016E539}"/>
                </a:ext>
              </a:extLst>
            </p:cNvPr>
            <p:cNvSpPr/>
            <p:nvPr/>
          </p:nvSpPr>
          <p:spPr bwMode="auto">
            <a:xfrm>
              <a:off x="10359429" y="5897880"/>
              <a:ext cx="320403" cy="70082"/>
            </a:xfrm>
            <a:prstGeom prst="snip1Rect">
              <a:avLst>
                <a:gd name="adj" fmla="val 50000"/>
              </a:avLst>
            </a:prstGeom>
            <a:solidFill>
              <a:srgbClr val="CBC8CB"/>
            </a:solidFill>
            <a:ln w="317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anchor="ctr">
              <a:noAutofit/>
            </a:bodyPr>
            <a:lstStyle/>
            <a:p>
              <a:pPr algn="ctr"/>
              <a:endParaRPr lang="ko-KR" altLang="en-US" sz="8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Poppins" charset="0"/>
                <a:sym typeface="Poppins" charset="0"/>
              </a:endParaRPr>
            </a:p>
          </p:txBody>
        </p:sp>
      </p:grpSp>
      <p:grpSp>
        <p:nvGrpSpPr>
          <p:cNvPr id="112" name="그룹 111">
            <a:extLst>
              <a:ext uri="{FF2B5EF4-FFF2-40B4-BE49-F238E27FC236}">
                <a16:creationId xmlns:a16="http://schemas.microsoft.com/office/drawing/2014/main" id="{7757C96E-D0F5-EF10-CC49-378986BEC123}"/>
              </a:ext>
            </a:extLst>
          </p:cNvPr>
          <p:cNvGrpSpPr/>
          <p:nvPr/>
        </p:nvGrpSpPr>
        <p:grpSpPr>
          <a:xfrm>
            <a:off x="6464743" y="3056082"/>
            <a:ext cx="535212" cy="320380"/>
            <a:chOff x="12649081" y="5897880"/>
            <a:chExt cx="1440160" cy="1001044"/>
          </a:xfrm>
        </p:grpSpPr>
        <p:sp>
          <p:nvSpPr>
            <p:cNvPr id="92" name="TextBox 91">
              <a:extLst>
                <a:ext uri="{FF2B5EF4-FFF2-40B4-BE49-F238E27FC236}">
                  <a16:creationId xmlns:a16="http://schemas.microsoft.com/office/drawing/2014/main" id="{BF734575-5A34-C6B6-4FD2-174E12E0B5B7}"/>
                </a:ext>
              </a:extLst>
            </p:cNvPr>
            <p:cNvSpPr txBox="1"/>
            <p:nvPr/>
          </p:nvSpPr>
          <p:spPr>
            <a:xfrm>
              <a:off x="12649081" y="5967962"/>
              <a:ext cx="1440160" cy="930962"/>
            </a:xfrm>
            <a:prstGeom prst="flowChartProcess">
              <a:avLst/>
            </a:prstGeom>
            <a:solidFill>
              <a:srgbClr val="CBC8CB"/>
            </a:solidFill>
            <a:ln w="317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anchor="ctr">
              <a:noAutofit/>
            </a:bodyPr>
            <a:lstStyle/>
            <a:p>
              <a:pPr algn="ctr"/>
              <a:endParaRPr lang="en-US" altLang="ko-KR" sz="8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Poppins" charset="0"/>
                <a:sym typeface="Poppins" charset="0"/>
              </a:endParaRPr>
            </a:p>
          </p:txBody>
        </p:sp>
        <p:sp>
          <p:nvSpPr>
            <p:cNvPr id="107" name="사각형: 잘린 한쪽 모서리 106">
              <a:extLst>
                <a:ext uri="{FF2B5EF4-FFF2-40B4-BE49-F238E27FC236}">
                  <a16:creationId xmlns:a16="http://schemas.microsoft.com/office/drawing/2014/main" id="{6EF87681-2946-3327-1C8F-4B3A249D9613}"/>
                </a:ext>
              </a:extLst>
            </p:cNvPr>
            <p:cNvSpPr/>
            <p:nvPr/>
          </p:nvSpPr>
          <p:spPr bwMode="auto">
            <a:xfrm>
              <a:off x="12651014" y="5897880"/>
              <a:ext cx="320403" cy="70082"/>
            </a:xfrm>
            <a:prstGeom prst="snip1Rect">
              <a:avLst>
                <a:gd name="adj" fmla="val 50000"/>
              </a:avLst>
            </a:prstGeom>
            <a:solidFill>
              <a:srgbClr val="CBC8CB"/>
            </a:solidFill>
            <a:ln w="317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anchor="ctr">
              <a:noAutofit/>
            </a:bodyPr>
            <a:lstStyle/>
            <a:p>
              <a:pPr algn="ctr"/>
              <a:endParaRPr lang="ko-KR" altLang="en-US" sz="8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Poppins" charset="0"/>
                <a:sym typeface="Poppins" charset="0"/>
              </a:endParaRPr>
            </a:p>
          </p:txBody>
        </p:sp>
      </p:grpSp>
      <p:sp>
        <p:nvSpPr>
          <p:cNvPr id="95" name="TextBox 94">
            <a:extLst>
              <a:ext uri="{FF2B5EF4-FFF2-40B4-BE49-F238E27FC236}">
                <a16:creationId xmlns:a16="http://schemas.microsoft.com/office/drawing/2014/main" id="{6F24E2CF-0563-CDCB-1B11-0F605D17B087}"/>
              </a:ext>
            </a:extLst>
          </p:cNvPr>
          <p:cNvSpPr txBox="1"/>
          <p:nvPr/>
        </p:nvSpPr>
        <p:spPr>
          <a:xfrm>
            <a:off x="7977285" y="3359560"/>
            <a:ext cx="535212" cy="297951"/>
          </a:xfrm>
          <a:prstGeom prst="flowChartProcess">
            <a:avLst/>
          </a:prstGeom>
          <a:solidFill>
            <a:srgbClr val="CBC8CB"/>
          </a:solidFill>
          <a:ln w="31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ctr"/>
            <a:endParaRPr lang="en-US" altLang="ko-KR" sz="800" dirty="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Poppins" charset="0"/>
              <a:sym typeface="Poppins" charset="0"/>
            </a:endParaRPr>
          </a:p>
        </p:txBody>
      </p:sp>
      <p:grpSp>
        <p:nvGrpSpPr>
          <p:cNvPr id="122" name="그룹 121">
            <a:extLst>
              <a:ext uri="{FF2B5EF4-FFF2-40B4-BE49-F238E27FC236}">
                <a16:creationId xmlns:a16="http://schemas.microsoft.com/office/drawing/2014/main" id="{564C8994-88C0-EC1B-AC78-16340760C3C0}"/>
              </a:ext>
            </a:extLst>
          </p:cNvPr>
          <p:cNvGrpSpPr/>
          <p:nvPr/>
        </p:nvGrpSpPr>
        <p:grpSpPr>
          <a:xfrm>
            <a:off x="2457243" y="3367713"/>
            <a:ext cx="535729" cy="320380"/>
            <a:chOff x="10358039" y="10586362"/>
            <a:chExt cx="1441550" cy="1001044"/>
          </a:xfrm>
        </p:grpSpPr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55DCD154-6F05-1CB6-F96D-39E889D5A410}"/>
                </a:ext>
              </a:extLst>
            </p:cNvPr>
            <p:cNvSpPr txBox="1"/>
            <p:nvPr/>
          </p:nvSpPr>
          <p:spPr>
            <a:xfrm>
              <a:off x="10359429" y="10656444"/>
              <a:ext cx="1440160" cy="930962"/>
            </a:xfrm>
            <a:prstGeom prst="flowChartProcess">
              <a:avLst/>
            </a:prstGeom>
            <a:solidFill>
              <a:srgbClr val="CBC8CB"/>
            </a:solidFill>
            <a:ln w="317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anchor="ctr">
              <a:noAutofit/>
            </a:bodyPr>
            <a:lstStyle/>
            <a:p>
              <a:pPr algn="ctr"/>
              <a:endParaRPr lang="en-US" altLang="ko-KR" sz="8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Poppins" charset="0"/>
                <a:sym typeface="Poppins" charset="0"/>
              </a:endParaRPr>
            </a:p>
          </p:txBody>
        </p:sp>
        <p:sp>
          <p:nvSpPr>
            <p:cNvPr id="115" name="사각형: 잘린 한쪽 모서리 114">
              <a:extLst>
                <a:ext uri="{FF2B5EF4-FFF2-40B4-BE49-F238E27FC236}">
                  <a16:creationId xmlns:a16="http://schemas.microsoft.com/office/drawing/2014/main" id="{00F1F3FB-FC2F-4FBC-BF0B-0CE21F170699}"/>
                </a:ext>
              </a:extLst>
            </p:cNvPr>
            <p:cNvSpPr/>
            <p:nvPr/>
          </p:nvSpPr>
          <p:spPr bwMode="auto">
            <a:xfrm>
              <a:off x="10358039" y="10586362"/>
              <a:ext cx="320403" cy="70082"/>
            </a:xfrm>
            <a:prstGeom prst="snip1Rect">
              <a:avLst>
                <a:gd name="adj" fmla="val 50000"/>
              </a:avLst>
            </a:prstGeom>
            <a:solidFill>
              <a:srgbClr val="CBC8CB"/>
            </a:solidFill>
            <a:ln w="317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anchor="ctr">
              <a:noAutofit/>
            </a:bodyPr>
            <a:lstStyle/>
            <a:p>
              <a:pPr algn="ctr"/>
              <a:endParaRPr lang="ko-KR" altLang="en-US" sz="8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Poppins" charset="0"/>
                <a:sym typeface="Poppins" charset="0"/>
              </a:endParaRPr>
            </a:p>
          </p:txBody>
        </p:sp>
      </p:grpSp>
      <p:grpSp>
        <p:nvGrpSpPr>
          <p:cNvPr id="121" name="그룹 120">
            <a:extLst>
              <a:ext uri="{FF2B5EF4-FFF2-40B4-BE49-F238E27FC236}">
                <a16:creationId xmlns:a16="http://schemas.microsoft.com/office/drawing/2014/main" id="{03FCEB4E-897D-70F3-2E7B-670FA0CAB5BE}"/>
              </a:ext>
            </a:extLst>
          </p:cNvPr>
          <p:cNvGrpSpPr/>
          <p:nvPr/>
        </p:nvGrpSpPr>
        <p:grpSpPr>
          <a:xfrm>
            <a:off x="2475458" y="4163978"/>
            <a:ext cx="535212" cy="320380"/>
            <a:chOff x="12649081" y="10586362"/>
            <a:chExt cx="1440160" cy="1001044"/>
          </a:xfrm>
        </p:grpSpPr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650961FD-9B54-8733-A706-F43236D65F11}"/>
                </a:ext>
              </a:extLst>
            </p:cNvPr>
            <p:cNvSpPr txBox="1"/>
            <p:nvPr/>
          </p:nvSpPr>
          <p:spPr>
            <a:xfrm>
              <a:off x="12649081" y="10656444"/>
              <a:ext cx="1440160" cy="930962"/>
            </a:xfrm>
            <a:prstGeom prst="flowChartProcess">
              <a:avLst/>
            </a:prstGeom>
            <a:solidFill>
              <a:srgbClr val="CBC8CB"/>
            </a:solidFill>
            <a:ln w="317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anchor="ctr">
              <a:noAutofit/>
            </a:bodyPr>
            <a:lstStyle/>
            <a:p>
              <a:pPr algn="ctr"/>
              <a:endParaRPr lang="en-US" altLang="ko-KR" sz="8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Poppins" charset="0"/>
                <a:sym typeface="Poppins" charset="0"/>
              </a:endParaRPr>
            </a:p>
          </p:txBody>
        </p:sp>
        <p:sp>
          <p:nvSpPr>
            <p:cNvPr id="116" name="사각형: 잘린 한쪽 모서리 115">
              <a:extLst>
                <a:ext uri="{FF2B5EF4-FFF2-40B4-BE49-F238E27FC236}">
                  <a16:creationId xmlns:a16="http://schemas.microsoft.com/office/drawing/2014/main" id="{E4339778-FAB1-1032-E526-485E00047EDD}"/>
                </a:ext>
              </a:extLst>
            </p:cNvPr>
            <p:cNvSpPr/>
            <p:nvPr/>
          </p:nvSpPr>
          <p:spPr bwMode="auto">
            <a:xfrm>
              <a:off x="12651014" y="10586362"/>
              <a:ext cx="320403" cy="70082"/>
            </a:xfrm>
            <a:prstGeom prst="snip1Rect">
              <a:avLst>
                <a:gd name="adj" fmla="val 50000"/>
              </a:avLst>
            </a:prstGeom>
            <a:solidFill>
              <a:srgbClr val="CBC8CB"/>
            </a:solidFill>
            <a:ln w="317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anchor="ctr">
              <a:noAutofit/>
            </a:bodyPr>
            <a:lstStyle/>
            <a:p>
              <a:pPr algn="ctr"/>
              <a:endParaRPr lang="ko-KR" altLang="en-US" sz="8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Poppins" charset="0"/>
                <a:sym typeface="Poppins" charset="0"/>
              </a:endParaRPr>
            </a:p>
          </p:txBody>
        </p:sp>
      </p:grpSp>
      <p:grpSp>
        <p:nvGrpSpPr>
          <p:cNvPr id="120" name="그룹 119">
            <a:extLst>
              <a:ext uri="{FF2B5EF4-FFF2-40B4-BE49-F238E27FC236}">
                <a16:creationId xmlns:a16="http://schemas.microsoft.com/office/drawing/2014/main" id="{E02023DC-CE88-4E7F-B2FF-3E1461FE77BB}"/>
              </a:ext>
            </a:extLst>
          </p:cNvPr>
          <p:cNvGrpSpPr/>
          <p:nvPr/>
        </p:nvGrpSpPr>
        <p:grpSpPr>
          <a:xfrm>
            <a:off x="2487392" y="4918998"/>
            <a:ext cx="535213" cy="320380"/>
            <a:chOff x="14938732" y="10586362"/>
            <a:chExt cx="1440161" cy="1001044"/>
          </a:xfrm>
        </p:grpSpPr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F9C1A89A-C5A3-F739-7B1D-AEBF6B9ABD9E}"/>
                </a:ext>
              </a:extLst>
            </p:cNvPr>
            <p:cNvSpPr txBox="1"/>
            <p:nvPr/>
          </p:nvSpPr>
          <p:spPr>
            <a:xfrm>
              <a:off x="14938733" y="10656444"/>
              <a:ext cx="1440160" cy="930962"/>
            </a:xfrm>
            <a:prstGeom prst="flowChartProcess">
              <a:avLst/>
            </a:prstGeom>
            <a:solidFill>
              <a:srgbClr val="CBC8CB"/>
            </a:solidFill>
            <a:ln w="317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anchor="ctr">
              <a:noAutofit/>
            </a:bodyPr>
            <a:lstStyle/>
            <a:p>
              <a:pPr algn="ctr"/>
              <a:endParaRPr lang="en-US" altLang="ko-KR" sz="8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Poppins" charset="0"/>
                <a:sym typeface="Poppins" charset="0"/>
              </a:endParaRPr>
            </a:p>
          </p:txBody>
        </p:sp>
        <p:sp>
          <p:nvSpPr>
            <p:cNvPr id="117" name="사각형: 잘린 한쪽 모서리 116">
              <a:extLst>
                <a:ext uri="{FF2B5EF4-FFF2-40B4-BE49-F238E27FC236}">
                  <a16:creationId xmlns:a16="http://schemas.microsoft.com/office/drawing/2014/main" id="{6B540928-7549-262A-6396-4E69654F873C}"/>
                </a:ext>
              </a:extLst>
            </p:cNvPr>
            <p:cNvSpPr/>
            <p:nvPr/>
          </p:nvSpPr>
          <p:spPr bwMode="auto">
            <a:xfrm>
              <a:off x="14938732" y="10586362"/>
              <a:ext cx="320403" cy="70082"/>
            </a:xfrm>
            <a:prstGeom prst="snip1Rect">
              <a:avLst>
                <a:gd name="adj" fmla="val 50000"/>
              </a:avLst>
            </a:prstGeom>
            <a:solidFill>
              <a:srgbClr val="CBC8CB"/>
            </a:solidFill>
            <a:ln w="317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anchor="ctr">
              <a:noAutofit/>
            </a:bodyPr>
            <a:lstStyle/>
            <a:p>
              <a:pPr algn="ctr"/>
              <a:endParaRPr lang="ko-KR" altLang="en-US" sz="8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Poppins" charset="0"/>
                <a:sym typeface="Poppins" charset="0"/>
              </a:endParaRPr>
            </a:p>
          </p:txBody>
        </p:sp>
      </p:grpSp>
      <p:grpSp>
        <p:nvGrpSpPr>
          <p:cNvPr id="119" name="그룹 118">
            <a:extLst>
              <a:ext uri="{FF2B5EF4-FFF2-40B4-BE49-F238E27FC236}">
                <a16:creationId xmlns:a16="http://schemas.microsoft.com/office/drawing/2014/main" id="{625D167F-A7D2-47D1-4D01-194CEE03F4FD}"/>
              </a:ext>
            </a:extLst>
          </p:cNvPr>
          <p:cNvGrpSpPr/>
          <p:nvPr/>
        </p:nvGrpSpPr>
        <p:grpSpPr>
          <a:xfrm>
            <a:off x="2489553" y="5618382"/>
            <a:ext cx="535212" cy="320380"/>
            <a:chOff x="17228384" y="10586362"/>
            <a:chExt cx="1440160" cy="1001044"/>
          </a:xfrm>
        </p:grpSpPr>
        <p:sp>
          <p:nvSpPr>
            <p:cNvPr id="59" name="TextBox 58">
              <a:extLst>
                <a:ext uri="{FF2B5EF4-FFF2-40B4-BE49-F238E27FC236}">
                  <a16:creationId xmlns:a16="http://schemas.microsoft.com/office/drawing/2014/main" id="{929FACA3-270A-51BA-CC76-C6518C2E38F5}"/>
                </a:ext>
              </a:extLst>
            </p:cNvPr>
            <p:cNvSpPr txBox="1"/>
            <p:nvPr/>
          </p:nvSpPr>
          <p:spPr>
            <a:xfrm>
              <a:off x="17228384" y="10656444"/>
              <a:ext cx="1440160" cy="930962"/>
            </a:xfrm>
            <a:prstGeom prst="flowChartProcess">
              <a:avLst/>
            </a:prstGeom>
            <a:solidFill>
              <a:srgbClr val="CBC8CB"/>
            </a:solidFill>
            <a:ln w="317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anchor="ctr">
              <a:noAutofit/>
            </a:bodyPr>
            <a:lstStyle/>
            <a:p>
              <a:pPr algn="ctr"/>
              <a:endParaRPr lang="en-US" altLang="ko-KR" sz="8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Poppins" charset="0"/>
                <a:sym typeface="Poppins" charset="0"/>
              </a:endParaRPr>
            </a:p>
          </p:txBody>
        </p:sp>
        <p:sp>
          <p:nvSpPr>
            <p:cNvPr id="118" name="사각형: 잘린 한쪽 모서리 117">
              <a:extLst>
                <a:ext uri="{FF2B5EF4-FFF2-40B4-BE49-F238E27FC236}">
                  <a16:creationId xmlns:a16="http://schemas.microsoft.com/office/drawing/2014/main" id="{DA639BF6-333A-EBE1-7133-186DDB441D43}"/>
                </a:ext>
              </a:extLst>
            </p:cNvPr>
            <p:cNvSpPr/>
            <p:nvPr/>
          </p:nvSpPr>
          <p:spPr bwMode="auto">
            <a:xfrm>
              <a:off x="17228384" y="10586362"/>
              <a:ext cx="320403" cy="70082"/>
            </a:xfrm>
            <a:prstGeom prst="snip1Rect">
              <a:avLst>
                <a:gd name="adj" fmla="val 50000"/>
              </a:avLst>
            </a:prstGeom>
            <a:solidFill>
              <a:srgbClr val="CBC8CB"/>
            </a:solidFill>
            <a:ln w="317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anchor="ctr">
              <a:noAutofit/>
            </a:bodyPr>
            <a:lstStyle/>
            <a:p>
              <a:pPr algn="ctr"/>
              <a:endParaRPr lang="ko-KR" altLang="en-US" sz="8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Poppins" charset="0"/>
                <a:sym typeface="Poppins" charset="0"/>
              </a:endParaRPr>
            </a:p>
          </p:txBody>
        </p:sp>
      </p:grpSp>
      <p:sp>
        <p:nvSpPr>
          <p:cNvPr id="128" name="TextBox 127">
            <a:extLst>
              <a:ext uri="{FF2B5EF4-FFF2-40B4-BE49-F238E27FC236}">
                <a16:creationId xmlns:a16="http://schemas.microsoft.com/office/drawing/2014/main" id="{FBAC3873-0ECD-12A5-D3A9-4E2B1D00198B}"/>
              </a:ext>
            </a:extLst>
          </p:cNvPr>
          <p:cNvSpPr txBox="1"/>
          <p:nvPr/>
        </p:nvSpPr>
        <p:spPr>
          <a:xfrm>
            <a:off x="6447733" y="4412350"/>
            <a:ext cx="133803" cy="297951"/>
          </a:xfrm>
          <a:prstGeom prst="flowChartProcess">
            <a:avLst/>
          </a:prstGeom>
          <a:solidFill>
            <a:srgbClr val="CBC8CB"/>
          </a:solidFill>
          <a:ln w="31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ctr"/>
            <a:endParaRPr lang="en-US" altLang="ko-KR" sz="800" dirty="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Poppins" charset="0"/>
              <a:sym typeface="Poppins" charset="0"/>
            </a:endParaRPr>
          </a:p>
        </p:txBody>
      </p:sp>
      <p:grpSp>
        <p:nvGrpSpPr>
          <p:cNvPr id="145" name="그룹 144">
            <a:extLst>
              <a:ext uri="{FF2B5EF4-FFF2-40B4-BE49-F238E27FC236}">
                <a16:creationId xmlns:a16="http://schemas.microsoft.com/office/drawing/2014/main" id="{88B211F4-3332-CA0E-F6A9-3CCAAB7C1D6C}"/>
              </a:ext>
            </a:extLst>
          </p:cNvPr>
          <p:cNvGrpSpPr/>
          <p:nvPr/>
        </p:nvGrpSpPr>
        <p:grpSpPr>
          <a:xfrm>
            <a:off x="6455558" y="4459749"/>
            <a:ext cx="90290" cy="104639"/>
            <a:chOff x="3623048" y="5345832"/>
            <a:chExt cx="144016" cy="216024"/>
          </a:xfrm>
        </p:grpSpPr>
        <p:cxnSp>
          <p:nvCxnSpPr>
            <p:cNvPr id="136" name="직선 연결선 135">
              <a:extLst>
                <a:ext uri="{FF2B5EF4-FFF2-40B4-BE49-F238E27FC236}">
                  <a16:creationId xmlns:a16="http://schemas.microsoft.com/office/drawing/2014/main" id="{947A8AB0-B3A6-99CD-63C9-ADB9158B9EBB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3623048" y="5345832"/>
              <a:ext cx="108012" cy="0"/>
            </a:xfrm>
            <a:prstGeom prst="line">
              <a:avLst/>
            </a:prstGeom>
            <a:ln w="3175">
              <a:headEnd type="none" w="med" len="med"/>
              <a:tailEnd type="diamond" w="sm" len="sm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38" name="직선 연결선 137">
              <a:extLst>
                <a:ext uri="{FF2B5EF4-FFF2-40B4-BE49-F238E27FC236}">
                  <a16:creationId xmlns:a16="http://schemas.microsoft.com/office/drawing/2014/main" id="{A2BB37CF-4855-94D8-1D27-0AB1835C1C7F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3659052" y="5417840"/>
              <a:ext cx="108012" cy="0"/>
            </a:xfrm>
            <a:prstGeom prst="line">
              <a:avLst/>
            </a:prstGeom>
            <a:ln w="3175">
              <a:headEnd type="none" w="med" len="med"/>
              <a:tailEnd type="diamond" w="sm" len="sm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39" name="직선 연결선 138">
              <a:extLst>
                <a:ext uri="{FF2B5EF4-FFF2-40B4-BE49-F238E27FC236}">
                  <a16:creationId xmlns:a16="http://schemas.microsoft.com/office/drawing/2014/main" id="{356F174E-7D7D-6E20-B4D6-1A979E92E504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3659052" y="5489848"/>
              <a:ext cx="108012" cy="0"/>
            </a:xfrm>
            <a:prstGeom prst="line">
              <a:avLst/>
            </a:prstGeom>
            <a:ln w="3175">
              <a:headEnd type="none" w="med" len="med"/>
              <a:tailEnd type="diamond" w="sm" len="sm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40" name="직선 연결선 139">
              <a:extLst>
                <a:ext uri="{FF2B5EF4-FFF2-40B4-BE49-F238E27FC236}">
                  <a16:creationId xmlns:a16="http://schemas.microsoft.com/office/drawing/2014/main" id="{ECDD6E14-98D0-D25F-7324-1FBD0A9A8BBB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3659052" y="5561856"/>
              <a:ext cx="108012" cy="0"/>
            </a:xfrm>
            <a:prstGeom prst="line">
              <a:avLst/>
            </a:prstGeom>
            <a:ln w="3175">
              <a:headEnd type="none" w="med" len="med"/>
              <a:tailEnd type="diamond" w="sm" len="sm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41" name="직선 연결선 140">
              <a:extLst>
                <a:ext uri="{FF2B5EF4-FFF2-40B4-BE49-F238E27FC236}">
                  <a16:creationId xmlns:a16="http://schemas.microsoft.com/office/drawing/2014/main" id="{A19ED2DE-9836-B316-B039-D2E74B2AE761}"/>
                </a:ext>
              </a:extLst>
            </p:cNvPr>
            <p:cNvCxnSpPr>
              <a:cxnSpLocks/>
            </p:cNvCxnSpPr>
            <p:nvPr/>
          </p:nvCxnSpPr>
          <p:spPr bwMode="auto">
            <a:xfrm flipV="1">
              <a:off x="3659052" y="5345832"/>
              <a:ext cx="0" cy="216024"/>
            </a:xfrm>
            <a:prstGeom prst="line">
              <a:avLst/>
            </a:prstGeom>
            <a:ln w="3175">
              <a:headEnd type="none" w="med" len="med"/>
              <a:tailEnd type="none" w="sm" len="sm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146" name="TextBox 145">
            <a:extLst>
              <a:ext uri="{FF2B5EF4-FFF2-40B4-BE49-F238E27FC236}">
                <a16:creationId xmlns:a16="http://schemas.microsoft.com/office/drawing/2014/main" id="{BD30A0B5-7490-5B0B-0CF4-9F878E43F373}"/>
              </a:ext>
            </a:extLst>
          </p:cNvPr>
          <p:cNvSpPr txBox="1"/>
          <p:nvPr/>
        </p:nvSpPr>
        <p:spPr>
          <a:xfrm>
            <a:off x="6415031" y="4710243"/>
            <a:ext cx="600615" cy="128054"/>
          </a:xfrm>
          <a:prstGeom prst="rect">
            <a:avLst/>
          </a:prstGeom>
          <a:noFill/>
        </p:spPr>
        <p:txBody>
          <a:bodyPr wrap="none" rtlCol="0">
            <a:noAutofit/>
          </a:bodyPr>
          <a:lstStyle/>
          <a:p>
            <a:pPr algn="ctr"/>
            <a:r>
              <a:rPr lang="en-US" altLang="ko-KR" sz="800" dirty="0" smtClean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Application Config </a:t>
            </a:r>
            <a:r>
              <a:rPr lang="ko-KR" altLang="en-US" sz="800" dirty="0" smtClean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관리</a:t>
            </a:r>
            <a:endParaRPr lang="ko-KR" altLang="en-US" sz="8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158" name="TextBox 157">
            <a:extLst>
              <a:ext uri="{FF2B5EF4-FFF2-40B4-BE49-F238E27FC236}">
                <a16:creationId xmlns:a16="http://schemas.microsoft.com/office/drawing/2014/main" id="{66B3295F-7F92-BC5C-9959-C54C5E0A75A9}"/>
              </a:ext>
            </a:extLst>
          </p:cNvPr>
          <p:cNvSpPr txBox="1"/>
          <p:nvPr/>
        </p:nvSpPr>
        <p:spPr>
          <a:xfrm>
            <a:off x="7967386" y="3034834"/>
            <a:ext cx="600615" cy="128054"/>
          </a:xfrm>
          <a:prstGeom prst="rect">
            <a:avLst/>
          </a:prstGeom>
          <a:noFill/>
        </p:spPr>
        <p:txBody>
          <a:bodyPr wrap="none" rtlCol="0">
            <a:noAutofit/>
          </a:bodyPr>
          <a:lstStyle/>
          <a:p>
            <a:pPr algn="ctr"/>
            <a:r>
              <a:rPr lang="en-US" altLang="ko-KR" sz="8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HAProxy</a:t>
            </a:r>
            <a:r>
              <a:rPr lang="en-US" altLang="ko-KR" sz="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Arch</a:t>
            </a:r>
            <a:endParaRPr lang="ko-KR" altLang="en-US" sz="8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160" name="TextBox 159">
            <a:extLst>
              <a:ext uri="{FF2B5EF4-FFF2-40B4-BE49-F238E27FC236}">
                <a16:creationId xmlns:a16="http://schemas.microsoft.com/office/drawing/2014/main" id="{36EF7BB4-1F67-2EED-B6F0-AD1562882F05}"/>
              </a:ext>
            </a:extLst>
          </p:cNvPr>
          <p:cNvSpPr txBox="1"/>
          <p:nvPr/>
        </p:nvSpPr>
        <p:spPr>
          <a:xfrm>
            <a:off x="7988388" y="2736943"/>
            <a:ext cx="535212" cy="297951"/>
          </a:xfrm>
          <a:prstGeom prst="flowChartProcess">
            <a:avLst/>
          </a:prstGeom>
          <a:solidFill>
            <a:srgbClr val="CBC8CB"/>
          </a:solidFill>
          <a:ln w="31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ctr"/>
            <a:endParaRPr lang="en-US" altLang="ko-KR" sz="800" dirty="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Poppins" charset="0"/>
              <a:sym typeface="Poppins" charset="0"/>
            </a:endParaRPr>
          </a:p>
        </p:txBody>
      </p:sp>
      <p:cxnSp>
        <p:nvCxnSpPr>
          <p:cNvPr id="165" name="연결선: 꺾임 164">
            <a:extLst>
              <a:ext uri="{FF2B5EF4-FFF2-40B4-BE49-F238E27FC236}">
                <a16:creationId xmlns:a16="http://schemas.microsoft.com/office/drawing/2014/main" id="{87EC83A2-0F04-431C-785B-1B06FE9D0423}"/>
              </a:ext>
            </a:extLst>
          </p:cNvPr>
          <p:cNvCxnSpPr>
            <a:cxnSpLocks/>
            <a:stCxn id="92" idx="3"/>
            <a:endCxn id="95" idx="1"/>
          </p:cNvCxnSpPr>
          <p:nvPr/>
        </p:nvCxnSpPr>
        <p:spPr bwMode="auto">
          <a:xfrm>
            <a:off x="6999955" y="3227487"/>
            <a:ext cx="977330" cy="281049"/>
          </a:xfrm>
          <a:prstGeom prst="bentConnector3">
            <a:avLst>
              <a:gd name="adj1" fmla="val 50000"/>
            </a:avLst>
          </a:prstGeom>
          <a:ln>
            <a:prstDash val="lgDash"/>
            <a:headEnd type="none" w="med" len="med"/>
            <a:tailEnd type="none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6" name="연결선: 꺾임 165">
            <a:extLst>
              <a:ext uri="{FF2B5EF4-FFF2-40B4-BE49-F238E27FC236}">
                <a16:creationId xmlns:a16="http://schemas.microsoft.com/office/drawing/2014/main" id="{76B523B0-5050-1708-1E80-733EF001063A}"/>
              </a:ext>
            </a:extLst>
          </p:cNvPr>
          <p:cNvCxnSpPr>
            <a:cxnSpLocks/>
            <a:stCxn id="92" idx="3"/>
            <a:endCxn id="160" idx="1"/>
          </p:cNvCxnSpPr>
          <p:nvPr/>
        </p:nvCxnSpPr>
        <p:spPr bwMode="auto">
          <a:xfrm flipV="1">
            <a:off x="6999955" y="2885918"/>
            <a:ext cx="988433" cy="341569"/>
          </a:xfrm>
          <a:prstGeom prst="bentConnector3">
            <a:avLst>
              <a:gd name="adj1" fmla="val 50000"/>
            </a:avLst>
          </a:prstGeom>
          <a:ln>
            <a:prstDash val="lgDash"/>
            <a:headEnd type="none" w="med" len="med"/>
            <a:tailEnd type="none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77" name="TextBox 176">
            <a:extLst>
              <a:ext uri="{FF2B5EF4-FFF2-40B4-BE49-F238E27FC236}">
                <a16:creationId xmlns:a16="http://schemas.microsoft.com/office/drawing/2014/main" id="{9CB4C47E-B22A-BF0E-E30F-3B1842C91F44}"/>
              </a:ext>
            </a:extLst>
          </p:cNvPr>
          <p:cNvSpPr txBox="1"/>
          <p:nvPr/>
        </p:nvSpPr>
        <p:spPr>
          <a:xfrm>
            <a:off x="6447913" y="1052736"/>
            <a:ext cx="600615" cy="128054"/>
          </a:xfrm>
          <a:prstGeom prst="rect">
            <a:avLst/>
          </a:prstGeom>
          <a:noFill/>
        </p:spPr>
        <p:txBody>
          <a:bodyPr wrap="none" rtlCol="0">
            <a:noAutofit/>
          </a:bodyPr>
          <a:lstStyle/>
          <a:p>
            <a:pPr algn="ctr"/>
            <a:r>
              <a:rPr lang="ko-KR" altLang="en-US" sz="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장비 상세</a:t>
            </a:r>
          </a:p>
        </p:txBody>
      </p:sp>
      <p:sp>
        <p:nvSpPr>
          <p:cNvPr id="200" name="TextBox 199">
            <a:extLst>
              <a:ext uri="{FF2B5EF4-FFF2-40B4-BE49-F238E27FC236}">
                <a16:creationId xmlns:a16="http://schemas.microsoft.com/office/drawing/2014/main" id="{9F5224D7-6FE2-02E4-9810-3320E9B18FF4}"/>
              </a:ext>
            </a:extLst>
          </p:cNvPr>
          <p:cNvSpPr txBox="1"/>
          <p:nvPr/>
        </p:nvSpPr>
        <p:spPr>
          <a:xfrm>
            <a:off x="6422739" y="2489181"/>
            <a:ext cx="600615" cy="128054"/>
          </a:xfrm>
          <a:prstGeom prst="rect">
            <a:avLst/>
          </a:prstGeom>
          <a:noFill/>
        </p:spPr>
        <p:txBody>
          <a:bodyPr wrap="none" rtlCol="0">
            <a:noAutofit/>
          </a:bodyPr>
          <a:lstStyle/>
          <a:p>
            <a:pPr algn="ctr"/>
            <a:r>
              <a:rPr lang="ko-KR" altLang="en-US" sz="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어플리케이션 상세</a:t>
            </a:r>
          </a:p>
        </p:txBody>
      </p:sp>
      <p:grpSp>
        <p:nvGrpSpPr>
          <p:cNvPr id="201" name="그룹 200">
            <a:extLst>
              <a:ext uri="{FF2B5EF4-FFF2-40B4-BE49-F238E27FC236}">
                <a16:creationId xmlns:a16="http://schemas.microsoft.com/office/drawing/2014/main" id="{75BA209F-CDFE-A53F-EC56-3B9EA83C04CC}"/>
              </a:ext>
            </a:extLst>
          </p:cNvPr>
          <p:cNvGrpSpPr/>
          <p:nvPr/>
        </p:nvGrpSpPr>
        <p:grpSpPr>
          <a:xfrm>
            <a:off x="6464743" y="2168860"/>
            <a:ext cx="535212" cy="320380"/>
            <a:chOff x="12649081" y="5897880"/>
            <a:chExt cx="1440160" cy="1001044"/>
          </a:xfrm>
        </p:grpSpPr>
        <p:sp>
          <p:nvSpPr>
            <p:cNvPr id="202" name="TextBox 201">
              <a:extLst>
                <a:ext uri="{FF2B5EF4-FFF2-40B4-BE49-F238E27FC236}">
                  <a16:creationId xmlns:a16="http://schemas.microsoft.com/office/drawing/2014/main" id="{E031BBC0-8CD1-30D6-55D8-64CB60947378}"/>
                </a:ext>
              </a:extLst>
            </p:cNvPr>
            <p:cNvSpPr txBox="1"/>
            <p:nvPr/>
          </p:nvSpPr>
          <p:spPr>
            <a:xfrm>
              <a:off x="12649081" y="5967962"/>
              <a:ext cx="1440160" cy="930962"/>
            </a:xfrm>
            <a:prstGeom prst="flowChartProcess">
              <a:avLst/>
            </a:prstGeom>
            <a:solidFill>
              <a:srgbClr val="CBC8CB"/>
            </a:solidFill>
            <a:ln w="317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anchor="ctr">
              <a:noAutofit/>
            </a:bodyPr>
            <a:lstStyle/>
            <a:p>
              <a:pPr algn="ctr"/>
              <a:endParaRPr lang="en-US" altLang="ko-KR" sz="8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Poppins" charset="0"/>
                <a:sym typeface="Poppins" charset="0"/>
              </a:endParaRPr>
            </a:p>
          </p:txBody>
        </p:sp>
        <p:sp>
          <p:nvSpPr>
            <p:cNvPr id="203" name="사각형: 잘린 한쪽 모서리 202">
              <a:extLst>
                <a:ext uri="{FF2B5EF4-FFF2-40B4-BE49-F238E27FC236}">
                  <a16:creationId xmlns:a16="http://schemas.microsoft.com/office/drawing/2014/main" id="{4271B652-AE80-9307-C851-BB303C8C3EE7}"/>
                </a:ext>
              </a:extLst>
            </p:cNvPr>
            <p:cNvSpPr/>
            <p:nvPr/>
          </p:nvSpPr>
          <p:spPr bwMode="auto">
            <a:xfrm>
              <a:off x="12651014" y="5897880"/>
              <a:ext cx="320403" cy="70082"/>
            </a:xfrm>
            <a:prstGeom prst="snip1Rect">
              <a:avLst>
                <a:gd name="adj" fmla="val 50000"/>
              </a:avLst>
            </a:prstGeom>
            <a:solidFill>
              <a:srgbClr val="CBC8CB"/>
            </a:solidFill>
            <a:ln w="317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anchor="ctr">
              <a:noAutofit/>
            </a:bodyPr>
            <a:lstStyle/>
            <a:p>
              <a:pPr algn="ctr"/>
              <a:endParaRPr lang="ko-KR" altLang="en-US" sz="8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Poppins" charset="0"/>
                <a:sym typeface="Poppins" charset="0"/>
              </a:endParaRPr>
            </a:p>
          </p:txBody>
        </p:sp>
      </p:grpSp>
      <p:cxnSp>
        <p:nvCxnSpPr>
          <p:cNvPr id="204" name="연결선: 구부러짐 203">
            <a:extLst>
              <a:ext uri="{FF2B5EF4-FFF2-40B4-BE49-F238E27FC236}">
                <a16:creationId xmlns:a16="http://schemas.microsoft.com/office/drawing/2014/main" id="{F2ED2FD4-A7C1-20E8-DFD2-38DBF17A4A36}"/>
              </a:ext>
            </a:extLst>
          </p:cNvPr>
          <p:cNvCxnSpPr>
            <a:cxnSpLocks/>
            <a:stCxn id="23" idx="3"/>
            <a:endCxn id="202" idx="1"/>
          </p:cNvCxnSpPr>
          <p:nvPr/>
        </p:nvCxnSpPr>
        <p:spPr bwMode="auto">
          <a:xfrm>
            <a:off x="4867086" y="1941331"/>
            <a:ext cx="1597657" cy="398935"/>
          </a:xfrm>
          <a:prstGeom prst="curvedConnector3">
            <a:avLst>
              <a:gd name="adj1" fmla="val 50000"/>
            </a:avLst>
          </a:prstGeom>
          <a:ln>
            <a:headEnd type="none" w="med" len="med"/>
            <a:tailEnd type="triangle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2" name="연결선: 구부러짐 211">
            <a:extLst>
              <a:ext uri="{FF2B5EF4-FFF2-40B4-BE49-F238E27FC236}">
                <a16:creationId xmlns:a16="http://schemas.microsoft.com/office/drawing/2014/main" id="{E45316A8-2003-5A5C-4AAA-B170CA0F105F}"/>
              </a:ext>
            </a:extLst>
          </p:cNvPr>
          <p:cNvCxnSpPr>
            <a:cxnSpLocks/>
            <a:stCxn id="19" idx="3"/>
            <a:endCxn id="72" idx="1"/>
          </p:cNvCxnSpPr>
          <p:nvPr/>
        </p:nvCxnSpPr>
        <p:spPr bwMode="auto">
          <a:xfrm flipV="1">
            <a:off x="4899788" y="900105"/>
            <a:ext cx="1581085" cy="140095"/>
          </a:xfrm>
          <a:prstGeom prst="curvedConnector3">
            <a:avLst>
              <a:gd name="adj1" fmla="val 50000"/>
            </a:avLst>
          </a:prstGeom>
          <a:ln>
            <a:solidFill>
              <a:srgbClr val="0066FF"/>
            </a:solidFill>
            <a:headEnd type="none" w="med" len="med"/>
            <a:tailEnd type="triangle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3" name="연결선: 구부러짐 212">
            <a:extLst>
              <a:ext uri="{FF2B5EF4-FFF2-40B4-BE49-F238E27FC236}">
                <a16:creationId xmlns:a16="http://schemas.microsoft.com/office/drawing/2014/main" id="{FAEB680D-4360-1123-52B9-99343EFEB6C0}"/>
              </a:ext>
            </a:extLst>
          </p:cNvPr>
          <p:cNvCxnSpPr>
            <a:cxnSpLocks/>
            <a:stCxn id="19" idx="3"/>
            <a:endCxn id="92" idx="1"/>
          </p:cNvCxnSpPr>
          <p:nvPr/>
        </p:nvCxnSpPr>
        <p:spPr bwMode="auto">
          <a:xfrm>
            <a:off x="4899788" y="1040200"/>
            <a:ext cx="1564955" cy="2187288"/>
          </a:xfrm>
          <a:prstGeom prst="curvedConnector3">
            <a:avLst>
              <a:gd name="adj1" fmla="val 50000"/>
            </a:avLst>
          </a:prstGeom>
          <a:ln>
            <a:solidFill>
              <a:srgbClr val="0066FF"/>
            </a:solidFill>
            <a:headEnd type="none" w="med" len="med"/>
            <a:tailEnd type="triangle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4" name="연결선: 구부러짐 213">
            <a:extLst>
              <a:ext uri="{FF2B5EF4-FFF2-40B4-BE49-F238E27FC236}">
                <a16:creationId xmlns:a16="http://schemas.microsoft.com/office/drawing/2014/main" id="{D39588A2-5743-79F3-B206-EB9F5469C35B}"/>
              </a:ext>
            </a:extLst>
          </p:cNvPr>
          <p:cNvCxnSpPr>
            <a:cxnSpLocks/>
            <a:stCxn id="19" idx="3"/>
            <a:endCxn id="202" idx="1"/>
          </p:cNvCxnSpPr>
          <p:nvPr/>
        </p:nvCxnSpPr>
        <p:spPr bwMode="auto">
          <a:xfrm>
            <a:off x="4899788" y="1040200"/>
            <a:ext cx="1564955" cy="1300066"/>
          </a:xfrm>
          <a:prstGeom prst="curvedConnector3">
            <a:avLst>
              <a:gd name="adj1" fmla="val 50000"/>
            </a:avLst>
          </a:prstGeom>
          <a:ln>
            <a:solidFill>
              <a:srgbClr val="0066FF"/>
            </a:solidFill>
            <a:headEnd type="none" w="med" len="med"/>
            <a:tailEnd type="triangle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32" name="TextBox 231">
            <a:extLst>
              <a:ext uri="{FF2B5EF4-FFF2-40B4-BE49-F238E27FC236}">
                <a16:creationId xmlns:a16="http://schemas.microsoft.com/office/drawing/2014/main" id="{38184861-8604-D343-7714-EE1E827A260B}"/>
              </a:ext>
            </a:extLst>
          </p:cNvPr>
          <p:cNvSpPr txBox="1"/>
          <p:nvPr/>
        </p:nvSpPr>
        <p:spPr>
          <a:xfrm>
            <a:off x="7386731" y="3162631"/>
            <a:ext cx="214882" cy="117095"/>
          </a:xfrm>
          <a:prstGeom prst="rect">
            <a:avLst/>
          </a:prstGeom>
          <a:solidFill>
            <a:schemeClr val="tx1"/>
          </a:solidFill>
          <a:ln>
            <a:solidFill>
              <a:schemeClr val="bg1"/>
            </a:solidFill>
          </a:ln>
        </p:spPr>
        <p:txBody>
          <a:bodyPr wrap="none" rtlCol="0" anchor="ctr">
            <a:noAutofit/>
          </a:bodyPr>
          <a:lstStyle/>
          <a:p>
            <a:pPr algn="ctr"/>
            <a:r>
              <a:rPr lang="en-US" altLang="ko-KR" sz="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OR</a:t>
            </a:r>
            <a:endParaRPr lang="ko-KR" altLang="en-US" sz="8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grpSp>
        <p:nvGrpSpPr>
          <p:cNvPr id="205" name="그룹 204">
            <a:extLst>
              <a:ext uri="{FF2B5EF4-FFF2-40B4-BE49-F238E27FC236}">
                <a16:creationId xmlns:a16="http://schemas.microsoft.com/office/drawing/2014/main" id="{5462D2F1-C585-BA81-F086-0A6913C837C3}"/>
              </a:ext>
            </a:extLst>
          </p:cNvPr>
          <p:cNvGrpSpPr/>
          <p:nvPr/>
        </p:nvGrpSpPr>
        <p:grpSpPr>
          <a:xfrm>
            <a:off x="4338132" y="891224"/>
            <a:ext cx="561657" cy="297951"/>
            <a:chOff x="10939935" y="545668"/>
            <a:chExt cx="839449" cy="445315"/>
          </a:xfrm>
        </p:grpSpPr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ECB5E702-DE8C-8222-9FFE-9B4D5FD2C0FC}"/>
                </a:ext>
              </a:extLst>
            </p:cNvPr>
            <p:cNvSpPr txBox="1"/>
            <p:nvPr/>
          </p:nvSpPr>
          <p:spPr>
            <a:xfrm>
              <a:off x="10979459" y="545668"/>
              <a:ext cx="799925" cy="445315"/>
            </a:xfrm>
            <a:prstGeom prst="flowChartProcess">
              <a:avLst/>
            </a:prstGeom>
            <a:solidFill>
              <a:srgbClr val="CBC8CB"/>
            </a:solidFill>
            <a:ln w="317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anchor="ctr">
              <a:noAutofit/>
            </a:bodyPr>
            <a:lstStyle/>
            <a:p>
              <a:pPr algn="ctr"/>
              <a:endParaRPr lang="en-US" altLang="ko-KR" sz="8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Poppins" charset="0"/>
                <a:sym typeface="Poppins" charset="0"/>
              </a:endParaRPr>
            </a:p>
          </p:txBody>
        </p:sp>
        <p:sp>
          <p:nvSpPr>
            <p:cNvPr id="245" name="사각형: 잘린 한쪽 모서리 244">
              <a:extLst>
                <a:ext uri="{FF2B5EF4-FFF2-40B4-BE49-F238E27FC236}">
                  <a16:creationId xmlns:a16="http://schemas.microsoft.com/office/drawing/2014/main" id="{9AB4F492-FD60-2374-EC9F-6B1E1282CC77}"/>
                </a:ext>
              </a:extLst>
            </p:cNvPr>
            <p:cNvSpPr/>
            <p:nvPr/>
          </p:nvSpPr>
          <p:spPr bwMode="auto">
            <a:xfrm rot="16200000">
              <a:off x="10893827" y="595709"/>
              <a:ext cx="131221" cy="39005"/>
            </a:xfrm>
            <a:prstGeom prst="snip1Rect">
              <a:avLst>
                <a:gd name="adj" fmla="val 50000"/>
              </a:avLst>
            </a:prstGeom>
            <a:solidFill>
              <a:srgbClr val="CBC8CB"/>
            </a:solidFill>
            <a:ln w="317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anchor="ctr">
              <a:noAutofit/>
            </a:bodyPr>
            <a:lstStyle/>
            <a:p>
              <a:pPr algn="ctr"/>
              <a:endParaRPr lang="ko-KR" altLang="en-US" sz="8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Poppins" charset="0"/>
                <a:sym typeface="Poppins" charset="0"/>
              </a:endParaRPr>
            </a:p>
          </p:txBody>
        </p:sp>
      </p:grpSp>
      <p:grpSp>
        <p:nvGrpSpPr>
          <p:cNvPr id="251" name="그룹 250">
            <a:extLst>
              <a:ext uri="{FF2B5EF4-FFF2-40B4-BE49-F238E27FC236}">
                <a16:creationId xmlns:a16="http://schemas.microsoft.com/office/drawing/2014/main" id="{93C6B60F-A299-C8DC-7C02-34254E872A19}"/>
              </a:ext>
            </a:extLst>
          </p:cNvPr>
          <p:cNvGrpSpPr/>
          <p:nvPr/>
        </p:nvGrpSpPr>
        <p:grpSpPr>
          <a:xfrm>
            <a:off x="2014142" y="1386728"/>
            <a:ext cx="26045" cy="201216"/>
            <a:chOff x="4805492" y="4557978"/>
            <a:chExt cx="70082" cy="628709"/>
          </a:xfrm>
        </p:grpSpPr>
        <p:sp>
          <p:nvSpPr>
            <p:cNvPr id="248" name="사각형: 잘린 한쪽 모서리 247">
              <a:extLst>
                <a:ext uri="{FF2B5EF4-FFF2-40B4-BE49-F238E27FC236}">
                  <a16:creationId xmlns:a16="http://schemas.microsoft.com/office/drawing/2014/main" id="{40DE11E8-6264-851F-81B9-AE8100312583}"/>
                </a:ext>
              </a:extLst>
            </p:cNvPr>
            <p:cNvSpPr/>
            <p:nvPr/>
          </p:nvSpPr>
          <p:spPr bwMode="auto">
            <a:xfrm rot="16200000">
              <a:off x="4742956" y="4620514"/>
              <a:ext cx="195154" cy="70082"/>
            </a:xfrm>
            <a:prstGeom prst="snip1Rect">
              <a:avLst>
                <a:gd name="adj" fmla="val 50000"/>
              </a:avLst>
            </a:prstGeom>
            <a:solidFill>
              <a:srgbClr val="CBC8CB"/>
            </a:solidFill>
            <a:ln w="317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anchor="ctr">
              <a:noAutofit/>
            </a:bodyPr>
            <a:lstStyle/>
            <a:p>
              <a:pPr algn="ctr"/>
              <a:endParaRPr lang="ko-KR" altLang="en-US" sz="8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Poppins" charset="0"/>
                <a:sym typeface="Poppins" charset="0"/>
              </a:endParaRPr>
            </a:p>
          </p:txBody>
        </p:sp>
        <p:sp>
          <p:nvSpPr>
            <p:cNvPr id="249" name="사각형: 잘린 한쪽 모서리 248">
              <a:extLst>
                <a:ext uri="{FF2B5EF4-FFF2-40B4-BE49-F238E27FC236}">
                  <a16:creationId xmlns:a16="http://schemas.microsoft.com/office/drawing/2014/main" id="{AF6AD086-08FA-F552-5EC4-08645BE217CA}"/>
                </a:ext>
              </a:extLst>
            </p:cNvPr>
            <p:cNvSpPr/>
            <p:nvPr/>
          </p:nvSpPr>
          <p:spPr bwMode="auto">
            <a:xfrm rot="16200000">
              <a:off x="4742956" y="4837292"/>
              <a:ext cx="195154" cy="70082"/>
            </a:xfrm>
            <a:prstGeom prst="snip1Rect">
              <a:avLst>
                <a:gd name="adj" fmla="val 50000"/>
              </a:avLst>
            </a:prstGeom>
            <a:solidFill>
              <a:srgbClr val="CBC8CB"/>
            </a:solidFill>
            <a:ln w="317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anchor="ctr">
              <a:noAutofit/>
            </a:bodyPr>
            <a:lstStyle/>
            <a:p>
              <a:pPr algn="ctr"/>
              <a:endParaRPr lang="ko-KR" altLang="en-US" sz="8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Poppins" charset="0"/>
                <a:sym typeface="Poppins" charset="0"/>
              </a:endParaRPr>
            </a:p>
          </p:txBody>
        </p:sp>
        <p:sp>
          <p:nvSpPr>
            <p:cNvPr id="250" name="사각형: 잘린 한쪽 모서리 249">
              <a:extLst>
                <a:ext uri="{FF2B5EF4-FFF2-40B4-BE49-F238E27FC236}">
                  <a16:creationId xmlns:a16="http://schemas.microsoft.com/office/drawing/2014/main" id="{29F91848-9488-464C-2893-376D1A30FF3A}"/>
                </a:ext>
              </a:extLst>
            </p:cNvPr>
            <p:cNvSpPr/>
            <p:nvPr/>
          </p:nvSpPr>
          <p:spPr bwMode="auto">
            <a:xfrm rot="16200000">
              <a:off x="4742956" y="5054069"/>
              <a:ext cx="195154" cy="70082"/>
            </a:xfrm>
            <a:prstGeom prst="snip1Rect">
              <a:avLst>
                <a:gd name="adj" fmla="val 50000"/>
              </a:avLst>
            </a:prstGeom>
            <a:solidFill>
              <a:srgbClr val="CBC8CB"/>
            </a:solidFill>
            <a:ln w="317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anchor="ctr">
              <a:noAutofit/>
            </a:bodyPr>
            <a:lstStyle/>
            <a:p>
              <a:pPr algn="ctr"/>
              <a:endParaRPr lang="ko-KR" altLang="en-US" sz="8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Poppins" charset="0"/>
                <a:sym typeface="Poppins" charset="0"/>
              </a:endParaRPr>
            </a:p>
          </p:txBody>
        </p:sp>
      </p:grpSp>
      <p:grpSp>
        <p:nvGrpSpPr>
          <p:cNvPr id="237" name="그룹 236">
            <a:extLst>
              <a:ext uri="{FF2B5EF4-FFF2-40B4-BE49-F238E27FC236}">
                <a16:creationId xmlns:a16="http://schemas.microsoft.com/office/drawing/2014/main" id="{E2377CCC-A316-67A0-4AD3-29F5E56A340A}"/>
              </a:ext>
            </a:extLst>
          </p:cNvPr>
          <p:cNvGrpSpPr/>
          <p:nvPr/>
        </p:nvGrpSpPr>
        <p:grpSpPr>
          <a:xfrm>
            <a:off x="4305429" y="1789897"/>
            <a:ext cx="561657" cy="300409"/>
            <a:chOff x="7721746" y="4223601"/>
            <a:chExt cx="1123314" cy="600817"/>
          </a:xfrm>
        </p:grpSpPr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F5FE2AF7-2757-ACE6-B878-513E958DE5FB}"/>
                </a:ext>
              </a:extLst>
            </p:cNvPr>
            <p:cNvSpPr txBox="1"/>
            <p:nvPr/>
          </p:nvSpPr>
          <p:spPr>
            <a:xfrm>
              <a:off x="7774636" y="4228517"/>
              <a:ext cx="1070424" cy="595901"/>
            </a:xfrm>
            <a:prstGeom prst="flowChartProcess">
              <a:avLst/>
            </a:prstGeom>
            <a:solidFill>
              <a:srgbClr val="CBC8CB"/>
            </a:solidFill>
            <a:ln w="317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anchor="ctr">
              <a:noAutofit/>
            </a:bodyPr>
            <a:lstStyle/>
            <a:p>
              <a:pPr algn="ctr"/>
              <a:endParaRPr lang="en-US" altLang="ko-KR" sz="8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Poppins" charset="0"/>
                <a:sym typeface="Poppins" charset="0"/>
              </a:endParaRPr>
            </a:p>
          </p:txBody>
        </p:sp>
        <p:sp>
          <p:nvSpPr>
            <p:cNvPr id="258" name="TextBox 257">
              <a:extLst>
                <a:ext uri="{FF2B5EF4-FFF2-40B4-BE49-F238E27FC236}">
                  <a16:creationId xmlns:a16="http://schemas.microsoft.com/office/drawing/2014/main" id="{123A3D68-B559-E830-2B6C-6855F7474479}"/>
                </a:ext>
              </a:extLst>
            </p:cNvPr>
            <p:cNvSpPr txBox="1"/>
            <p:nvPr/>
          </p:nvSpPr>
          <p:spPr>
            <a:xfrm>
              <a:off x="7774636" y="4223601"/>
              <a:ext cx="1070424" cy="57357"/>
            </a:xfrm>
            <a:prstGeom prst="flowChartProcess">
              <a:avLst/>
            </a:prstGeom>
            <a:solidFill>
              <a:srgbClr val="CBC8CB"/>
            </a:solidFill>
            <a:ln w="317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anchor="ctr">
              <a:noAutofit/>
            </a:bodyPr>
            <a:lstStyle/>
            <a:p>
              <a:pPr algn="ctr"/>
              <a:endParaRPr lang="en-US" altLang="ko-KR" sz="8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Poppins" charset="0"/>
                <a:sym typeface="Poppins" charset="0"/>
              </a:endParaRPr>
            </a:p>
          </p:txBody>
        </p:sp>
        <p:sp>
          <p:nvSpPr>
            <p:cNvPr id="246" name="사각형: 잘린 한쪽 모서리 245">
              <a:extLst>
                <a:ext uri="{FF2B5EF4-FFF2-40B4-BE49-F238E27FC236}">
                  <a16:creationId xmlns:a16="http://schemas.microsoft.com/office/drawing/2014/main" id="{A75B7333-16D5-2A53-D825-3F1D1BCB74D7}"/>
                </a:ext>
              </a:extLst>
            </p:cNvPr>
            <p:cNvSpPr/>
            <p:nvPr/>
          </p:nvSpPr>
          <p:spPr bwMode="auto">
            <a:xfrm rot="16200000">
              <a:off x="7657587" y="4292676"/>
              <a:ext cx="181210" cy="52891"/>
            </a:xfrm>
            <a:prstGeom prst="snip1Rect">
              <a:avLst>
                <a:gd name="adj" fmla="val 50000"/>
              </a:avLst>
            </a:prstGeom>
            <a:solidFill>
              <a:srgbClr val="CBC8CB"/>
            </a:solidFill>
            <a:ln w="317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anchor="ctr">
              <a:noAutofit/>
            </a:bodyPr>
            <a:lstStyle/>
            <a:p>
              <a:pPr algn="ctr"/>
              <a:endParaRPr lang="ko-KR" altLang="en-US" sz="8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Poppins" charset="0"/>
                <a:sym typeface="Poppins" charset="0"/>
              </a:endParaRPr>
            </a:p>
          </p:txBody>
        </p:sp>
        <p:sp>
          <p:nvSpPr>
            <p:cNvPr id="252" name="사각형: 잘린 한쪽 모서리 251">
              <a:extLst>
                <a:ext uri="{FF2B5EF4-FFF2-40B4-BE49-F238E27FC236}">
                  <a16:creationId xmlns:a16="http://schemas.microsoft.com/office/drawing/2014/main" id="{FCECB60A-0C54-F976-2E26-BEDFC35DFDFF}"/>
                </a:ext>
              </a:extLst>
            </p:cNvPr>
            <p:cNvSpPr/>
            <p:nvPr/>
          </p:nvSpPr>
          <p:spPr bwMode="auto">
            <a:xfrm>
              <a:off x="7777568" y="4233962"/>
              <a:ext cx="238145" cy="44859"/>
            </a:xfrm>
            <a:prstGeom prst="snip1Rect">
              <a:avLst>
                <a:gd name="adj" fmla="val 50000"/>
              </a:avLst>
            </a:prstGeom>
            <a:solidFill>
              <a:srgbClr val="CBC8CB"/>
            </a:solidFill>
            <a:ln w="317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anchor="ctr">
              <a:noAutofit/>
            </a:bodyPr>
            <a:lstStyle/>
            <a:p>
              <a:pPr algn="ctr"/>
              <a:endParaRPr lang="ko-KR" altLang="en-US" sz="8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Poppins" charset="0"/>
                <a:sym typeface="Poppins" charset="0"/>
              </a:endParaRPr>
            </a:p>
          </p:txBody>
        </p:sp>
        <p:sp>
          <p:nvSpPr>
            <p:cNvPr id="253" name="사각형: 잘린 한쪽 모서리 252">
              <a:extLst>
                <a:ext uri="{FF2B5EF4-FFF2-40B4-BE49-F238E27FC236}">
                  <a16:creationId xmlns:a16="http://schemas.microsoft.com/office/drawing/2014/main" id="{69DC44B0-688D-DA14-B470-C368F4CADF73}"/>
                </a:ext>
              </a:extLst>
            </p:cNvPr>
            <p:cNvSpPr/>
            <p:nvPr/>
          </p:nvSpPr>
          <p:spPr bwMode="auto">
            <a:xfrm>
              <a:off x="8015713" y="4233962"/>
              <a:ext cx="238145" cy="44859"/>
            </a:xfrm>
            <a:prstGeom prst="snip1Rect">
              <a:avLst>
                <a:gd name="adj" fmla="val 50000"/>
              </a:avLst>
            </a:prstGeom>
            <a:solidFill>
              <a:srgbClr val="CBC8CB"/>
            </a:solidFill>
            <a:ln w="317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anchor="ctr">
              <a:noAutofit/>
            </a:bodyPr>
            <a:lstStyle/>
            <a:p>
              <a:pPr algn="ctr"/>
              <a:endParaRPr lang="ko-KR" altLang="en-US" sz="8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Poppins" charset="0"/>
                <a:sym typeface="Poppins" charset="0"/>
              </a:endParaRPr>
            </a:p>
          </p:txBody>
        </p:sp>
      </p:grpSp>
      <p:grpSp>
        <p:nvGrpSpPr>
          <p:cNvPr id="238" name="그룹 237">
            <a:extLst>
              <a:ext uri="{FF2B5EF4-FFF2-40B4-BE49-F238E27FC236}">
                <a16:creationId xmlns:a16="http://schemas.microsoft.com/office/drawing/2014/main" id="{119C3A91-E659-E26D-DC35-E41A473AEAD6}"/>
              </a:ext>
            </a:extLst>
          </p:cNvPr>
          <p:cNvGrpSpPr/>
          <p:nvPr/>
        </p:nvGrpSpPr>
        <p:grpSpPr>
          <a:xfrm>
            <a:off x="893642" y="3381967"/>
            <a:ext cx="561658" cy="298624"/>
            <a:chOff x="600934" y="7618142"/>
            <a:chExt cx="1123315" cy="597248"/>
          </a:xfrm>
        </p:grpSpPr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BEAD1331-5D77-91F4-403E-7C6190BAAF9F}"/>
                </a:ext>
              </a:extLst>
            </p:cNvPr>
            <p:cNvSpPr txBox="1"/>
            <p:nvPr/>
          </p:nvSpPr>
          <p:spPr>
            <a:xfrm>
              <a:off x="653825" y="7619489"/>
              <a:ext cx="1070424" cy="595901"/>
            </a:xfrm>
            <a:prstGeom prst="flowChartProcess">
              <a:avLst/>
            </a:prstGeom>
            <a:solidFill>
              <a:srgbClr val="CBC8CB"/>
            </a:solidFill>
            <a:ln w="317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anchor="ctr">
              <a:noAutofit/>
            </a:bodyPr>
            <a:lstStyle/>
            <a:p>
              <a:pPr algn="ctr"/>
              <a:endParaRPr lang="en-US" altLang="ko-KR" sz="8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Poppins" charset="0"/>
                <a:sym typeface="Poppins" charset="0"/>
              </a:endParaRPr>
            </a:p>
          </p:txBody>
        </p:sp>
        <p:sp>
          <p:nvSpPr>
            <p:cNvPr id="247" name="사각형: 잘린 한쪽 모서리 246">
              <a:extLst>
                <a:ext uri="{FF2B5EF4-FFF2-40B4-BE49-F238E27FC236}">
                  <a16:creationId xmlns:a16="http://schemas.microsoft.com/office/drawing/2014/main" id="{CCECE41C-6C8A-DAE1-07C7-02398FF51D56}"/>
                </a:ext>
              </a:extLst>
            </p:cNvPr>
            <p:cNvSpPr/>
            <p:nvPr/>
          </p:nvSpPr>
          <p:spPr bwMode="auto">
            <a:xfrm rot="16200000">
              <a:off x="541245" y="7681523"/>
              <a:ext cx="172269" cy="52891"/>
            </a:xfrm>
            <a:prstGeom prst="snip1Rect">
              <a:avLst>
                <a:gd name="adj" fmla="val 50000"/>
              </a:avLst>
            </a:prstGeom>
            <a:solidFill>
              <a:srgbClr val="CBC8CB"/>
            </a:solidFill>
            <a:ln w="317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anchor="ctr">
              <a:noAutofit/>
            </a:bodyPr>
            <a:lstStyle/>
            <a:p>
              <a:pPr algn="ctr"/>
              <a:endParaRPr lang="ko-KR" altLang="en-US" sz="8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Poppins" charset="0"/>
                <a:sym typeface="Poppins" charset="0"/>
              </a:endParaRPr>
            </a:p>
          </p:txBody>
        </p:sp>
        <p:sp>
          <p:nvSpPr>
            <p:cNvPr id="259" name="TextBox 258">
              <a:extLst>
                <a:ext uri="{FF2B5EF4-FFF2-40B4-BE49-F238E27FC236}">
                  <a16:creationId xmlns:a16="http://schemas.microsoft.com/office/drawing/2014/main" id="{746ED09E-9145-2487-3563-2D29E2005BCE}"/>
                </a:ext>
              </a:extLst>
            </p:cNvPr>
            <p:cNvSpPr txBox="1"/>
            <p:nvPr/>
          </p:nvSpPr>
          <p:spPr>
            <a:xfrm>
              <a:off x="653825" y="7618142"/>
              <a:ext cx="1070424" cy="57357"/>
            </a:xfrm>
            <a:prstGeom prst="flowChartProcess">
              <a:avLst/>
            </a:prstGeom>
            <a:solidFill>
              <a:srgbClr val="CBC8CB"/>
            </a:solidFill>
            <a:ln w="317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anchor="ctr">
              <a:noAutofit/>
            </a:bodyPr>
            <a:lstStyle/>
            <a:p>
              <a:pPr algn="ctr"/>
              <a:endParaRPr lang="en-US" altLang="ko-KR" sz="8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Poppins" charset="0"/>
                <a:sym typeface="Poppins" charset="0"/>
              </a:endParaRPr>
            </a:p>
          </p:txBody>
        </p:sp>
        <p:sp>
          <p:nvSpPr>
            <p:cNvPr id="260" name="사각형: 잘린 한쪽 모서리 259">
              <a:extLst>
                <a:ext uri="{FF2B5EF4-FFF2-40B4-BE49-F238E27FC236}">
                  <a16:creationId xmlns:a16="http://schemas.microsoft.com/office/drawing/2014/main" id="{2E0BEC8A-AB4D-1E29-FA4B-122D1703FBB8}"/>
                </a:ext>
              </a:extLst>
            </p:cNvPr>
            <p:cNvSpPr/>
            <p:nvPr/>
          </p:nvSpPr>
          <p:spPr bwMode="auto">
            <a:xfrm>
              <a:off x="656756" y="7628503"/>
              <a:ext cx="238145" cy="44859"/>
            </a:xfrm>
            <a:prstGeom prst="snip1Rect">
              <a:avLst>
                <a:gd name="adj" fmla="val 50000"/>
              </a:avLst>
            </a:prstGeom>
            <a:solidFill>
              <a:srgbClr val="CBC8CB"/>
            </a:solidFill>
            <a:ln w="317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anchor="ctr">
              <a:noAutofit/>
            </a:bodyPr>
            <a:lstStyle/>
            <a:p>
              <a:pPr algn="ctr"/>
              <a:endParaRPr lang="ko-KR" altLang="en-US" sz="8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Poppins" charset="0"/>
                <a:sym typeface="Poppins" charset="0"/>
              </a:endParaRPr>
            </a:p>
          </p:txBody>
        </p:sp>
        <p:sp>
          <p:nvSpPr>
            <p:cNvPr id="261" name="사각형: 잘린 한쪽 모서리 260">
              <a:extLst>
                <a:ext uri="{FF2B5EF4-FFF2-40B4-BE49-F238E27FC236}">
                  <a16:creationId xmlns:a16="http://schemas.microsoft.com/office/drawing/2014/main" id="{22A47385-22F5-9E7E-935D-4AAD15113704}"/>
                </a:ext>
              </a:extLst>
            </p:cNvPr>
            <p:cNvSpPr/>
            <p:nvPr/>
          </p:nvSpPr>
          <p:spPr bwMode="auto">
            <a:xfrm>
              <a:off x="894901" y="7628503"/>
              <a:ext cx="238145" cy="44859"/>
            </a:xfrm>
            <a:prstGeom prst="snip1Rect">
              <a:avLst>
                <a:gd name="adj" fmla="val 50000"/>
              </a:avLst>
            </a:prstGeom>
            <a:solidFill>
              <a:srgbClr val="CBC8CB"/>
            </a:solidFill>
            <a:ln w="317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anchor="ctr">
              <a:noAutofit/>
            </a:bodyPr>
            <a:lstStyle/>
            <a:p>
              <a:pPr algn="ctr"/>
              <a:endParaRPr lang="ko-KR" altLang="en-US" sz="8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Poppins" charset="0"/>
                <a:sym typeface="Poppins" charset="0"/>
              </a:endParaRPr>
            </a:p>
          </p:txBody>
        </p:sp>
      </p:grpSp>
      <p:sp>
        <p:nvSpPr>
          <p:cNvPr id="6" name="TextBox 5">
            <a:extLst>
              <a:ext uri="{FF2B5EF4-FFF2-40B4-BE49-F238E27FC236}">
                <a16:creationId xmlns:a16="http://schemas.microsoft.com/office/drawing/2014/main" id="{4ECCF008-F358-A372-BDCD-CAE3F00C0ADA}"/>
              </a:ext>
            </a:extLst>
          </p:cNvPr>
          <p:cNvSpPr txBox="1"/>
          <p:nvPr/>
        </p:nvSpPr>
        <p:spPr>
          <a:xfrm>
            <a:off x="7939203" y="4135337"/>
            <a:ext cx="535212" cy="297951"/>
          </a:xfrm>
          <a:prstGeom prst="flowChartProcess">
            <a:avLst/>
          </a:prstGeom>
          <a:solidFill>
            <a:srgbClr val="CBC8CB"/>
          </a:solidFill>
          <a:ln w="31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ctr"/>
            <a:endParaRPr lang="en-US" altLang="ko-KR" sz="800" dirty="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Poppins" charset="0"/>
              <a:sym typeface="Poppins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12112B9-1663-AF76-B799-5072B822B1BB}"/>
              </a:ext>
            </a:extLst>
          </p:cNvPr>
          <p:cNvSpPr txBox="1"/>
          <p:nvPr/>
        </p:nvSpPr>
        <p:spPr>
          <a:xfrm>
            <a:off x="7906502" y="4435177"/>
            <a:ext cx="600615" cy="128054"/>
          </a:xfrm>
          <a:prstGeom prst="rect">
            <a:avLst/>
          </a:prstGeom>
          <a:noFill/>
        </p:spPr>
        <p:txBody>
          <a:bodyPr wrap="none" rtlCol="0">
            <a:noAutofit/>
          </a:bodyPr>
          <a:lstStyle/>
          <a:p>
            <a:pPr algn="ctr"/>
            <a:r>
              <a:rPr lang="en-US" altLang="ko-KR" sz="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History</a:t>
            </a:r>
            <a:endParaRPr lang="ko-KR" altLang="en-US" sz="8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C9B580EB-AFE9-C8E9-76DE-18CE0B999ACA}"/>
              </a:ext>
            </a:extLst>
          </p:cNvPr>
          <p:cNvSpPr txBox="1"/>
          <p:nvPr/>
        </p:nvSpPr>
        <p:spPr>
          <a:xfrm>
            <a:off x="7939767" y="4754116"/>
            <a:ext cx="535212" cy="297951"/>
          </a:xfrm>
          <a:prstGeom prst="flowChartProcess">
            <a:avLst/>
          </a:prstGeom>
          <a:solidFill>
            <a:srgbClr val="CBC8CB"/>
          </a:solidFill>
          <a:ln w="31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ctr"/>
            <a:endParaRPr lang="en-US" altLang="ko-KR" sz="800" dirty="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Poppins" charset="0"/>
              <a:sym typeface="Poppins" charset="0"/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B8A66C0D-ED2E-DC70-E131-DDAD3B95ECFF}"/>
              </a:ext>
            </a:extLst>
          </p:cNvPr>
          <p:cNvSpPr txBox="1"/>
          <p:nvPr/>
        </p:nvSpPr>
        <p:spPr>
          <a:xfrm>
            <a:off x="7907066" y="5053956"/>
            <a:ext cx="600615" cy="128054"/>
          </a:xfrm>
          <a:prstGeom prst="rect">
            <a:avLst/>
          </a:prstGeom>
          <a:noFill/>
        </p:spPr>
        <p:txBody>
          <a:bodyPr wrap="none" rtlCol="0">
            <a:noAutofit/>
          </a:bodyPr>
          <a:lstStyle/>
          <a:p>
            <a:pPr algn="ctr"/>
            <a:r>
              <a:rPr lang="en-US" altLang="ko-KR" sz="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Compare</a:t>
            </a:r>
            <a:endParaRPr lang="ko-KR" altLang="en-US" sz="8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cxnSp>
        <p:nvCxnSpPr>
          <p:cNvPr id="43" name="연결선: 구부러짐 42">
            <a:extLst>
              <a:ext uri="{FF2B5EF4-FFF2-40B4-BE49-F238E27FC236}">
                <a16:creationId xmlns:a16="http://schemas.microsoft.com/office/drawing/2014/main" id="{0FEE9C10-C232-AB4A-CE98-CCB2216BE943}"/>
              </a:ext>
            </a:extLst>
          </p:cNvPr>
          <p:cNvCxnSpPr>
            <a:cxnSpLocks/>
            <a:stCxn id="89" idx="3"/>
            <a:endCxn id="41" idx="1"/>
          </p:cNvCxnSpPr>
          <p:nvPr/>
        </p:nvCxnSpPr>
        <p:spPr bwMode="auto">
          <a:xfrm>
            <a:off x="6982945" y="4561327"/>
            <a:ext cx="956823" cy="341765"/>
          </a:xfrm>
          <a:prstGeom prst="curvedConnector3">
            <a:avLst>
              <a:gd name="adj1" fmla="val 50000"/>
            </a:avLst>
          </a:prstGeom>
          <a:ln>
            <a:headEnd type="none" w="med" len="med"/>
            <a:tailEnd type="triangle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1" name="TextBox 60">
            <a:extLst>
              <a:ext uri="{FF2B5EF4-FFF2-40B4-BE49-F238E27FC236}">
                <a16:creationId xmlns:a16="http://schemas.microsoft.com/office/drawing/2014/main" id="{0F9D7BBD-D414-4CEA-7D77-529F19D1ED97}"/>
              </a:ext>
            </a:extLst>
          </p:cNvPr>
          <p:cNvSpPr txBox="1"/>
          <p:nvPr/>
        </p:nvSpPr>
        <p:spPr>
          <a:xfrm>
            <a:off x="3718240" y="3682918"/>
            <a:ext cx="600615" cy="128054"/>
          </a:xfrm>
          <a:prstGeom prst="rect">
            <a:avLst/>
          </a:prstGeom>
          <a:noFill/>
        </p:spPr>
        <p:txBody>
          <a:bodyPr wrap="none" rtlCol="0">
            <a:noAutofit/>
          </a:bodyPr>
          <a:lstStyle/>
          <a:p>
            <a:pPr algn="ctr"/>
            <a:r>
              <a:rPr lang="en-US" altLang="ko-KR" sz="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Discovery</a:t>
            </a:r>
            <a:endParaRPr lang="ko-KR" altLang="en-US" sz="8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cxnSp>
        <p:nvCxnSpPr>
          <p:cNvPr id="154" name="연결선: 구부러짐 153">
            <a:extLst>
              <a:ext uri="{FF2B5EF4-FFF2-40B4-BE49-F238E27FC236}">
                <a16:creationId xmlns:a16="http://schemas.microsoft.com/office/drawing/2014/main" id="{7F24839F-906F-FF0C-1B98-F05C09E43F48}"/>
              </a:ext>
            </a:extLst>
          </p:cNvPr>
          <p:cNvCxnSpPr>
            <a:cxnSpLocks/>
            <a:stCxn id="38" idx="3"/>
            <a:endCxn id="163" idx="1"/>
          </p:cNvCxnSpPr>
          <p:nvPr/>
        </p:nvCxnSpPr>
        <p:spPr bwMode="auto">
          <a:xfrm flipV="1">
            <a:off x="2992971" y="3537836"/>
            <a:ext cx="757900" cy="1282"/>
          </a:xfrm>
          <a:prstGeom prst="curvedConnector3">
            <a:avLst>
              <a:gd name="adj1" fmla="val 50000"/>
            </a:avLst>
          </a:prstGeom>
          <a:ln>
            <a:headEnd type="none" w="med" len="med"/>
            <a:tailEnd type="triangle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pSp>
        <p:nvGrpSpPr>
          <p:cNvPr id="162" name="그룹 161">
            <a:extLst>
              <a:ext uri="{FF2B5EF4-FFF2-40B4-BE49-F238E27FC236}">
                <a16:creationId xmlns:a16="http://schemas.microsoft.com/office/drawing/2014/main" id="{D1F41AE3-FB54-EA5A-8944-DD0A4BD3C019}"/>
              </a:ext>
            </a:extLst>
          </p:cNvPr>
          <p:cNvGrpSpPr/>
          <p:nvPr/>
        </p:nvGrpSpPr>
        <p:grpSpPr>
          <a:xfrm>
            <a:off x="3750871" y="3365387"/>
            <a:ext cx="535283" cy="321424"/>
            <a:chOff x="14929909" y="3712028"/>
            <a:chExt cx="1440351" cy="1004309"/>
          </a:xfrm>
        </p:grpSpPr>
        <p:sp>
          <p:nvSpPr>
            <p:cNvPr id="163" name="TextBox 162">
              <a:extLst>
                <a:ext uri="{FF2B5EF4-FFF2-40B4-BE49-F238E27FC236}">
                  <a16:creationId xmlns:a16="http://schemas.microsoft.com/office/drawing/2014/main" id="{DF894C22-1C1A-8E95-65B9-6C2CBC1BDC73}"/>
                </a:ext>
              </a:extLst>
            </p:cNvPr>
            <p:cNvSpPr txBox="1"/>
            <p:nvPr/>
          </p:nvSpPr>
          <p:spPr>
            <a:xfrm>
              <a:off x="14929909" y="3785375"/>
              <a:ext cx="1440160" cy="930962"/>
            </a:xfrm>
            <a:prstGeom prst="flowChartProcess">
              <a:avLst/>
            </a:prstGeom>
            <a:solidFill>
              <a:srgbClr val="CBC8CB"/>
            </a:solidFill>
            <a:ln w="317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anchor="ctr">
              <a:noAutofit/>
            </a:bodyPr>
            <a:lstStyle/>
            <a:p>
              <a:pPr algn="ctr"/>
              <a:endParaRPr lang="en-US" altLang="ko-KR" sz="8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Poppins" charset="0"/>
                <a:sym typeface="Poppins" charset="0"/>
              </a:endParaRPr>
            </a:p>
          </p:txBody>
        </p:sp>
        <p:sp>
          <p:nvSpPr>
            <p:cNvPr id="164" name="TextBox 163">
              <a:extLst>
                <a:ext uri="{FF2B5EF4-FFF2-40B4-BE49-F238E27FC236}">
                  <a16:creationId xmlns:a16="http://schemas.microsoft.com/office/drawing/2014/main" id="{EB9D6C3A-7115-7868-0476-6C389502FD88}"/>
                </a:ext>
              </a:extLst>
            </p:cNvPr>
            <p:cNvSpPr txBox="1"/>
            <p:nvPr/>
          </p:nvSpPr>
          <p:spPr>
            <a:xfrm>
              <a:off x="14931925" y="3712028"/>
              <a:ext cx="1438335" cy="72009"/>
            </a:xfrm>
            <a:prstGeom prst="flowChartProcess">
              <a:avLst/>
            </a:prstGeom>
            <a:solidFill>
              <a:srgbClr val="CBC8CB"/>
            </a:solidFill>
            <a:ln w="317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anchor="ctr">
              <a:noAutofit/>
            </a:bodyPr>
            <a:lstStyle/>
            <a:p>
              <a:pPr algn="ctr"/>
              <a:endParaRPr lang="en-US" altLang="ko-KR" sz="8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Poppins" charset="0"/>
                <a:sym typeface="Poppins" charset="0"/>
              </a:endParaRPr>
            </a:p>
          </p:txBody>
        </p:sp>
      </p:grpSp>
      <p:grpSp>
        <p:nvGrpSpPr>
          <p:cNvPr id="219" name="그룹 218">
            <a:extLst>
              <a:ext uri="{FF2B5EF4-FFF2-40B4-BE49-F238E27FC236}">
                <a16:creationId xmlns:a16="http://schemas.microsoft.com/office/drawing/2014/main" id="{63EB6FBE-9E08-4C79-614B-2869C41D3D9F}"/>
              </a:ext>
            </a:extLst>
          </p:cNvPr>
          <p:cNvGrpSpPr/>
          <p:nvPr/>
        </p:nvGrpSpPr>
        <p:grpSpPr>
          <a:xfrm>
            <a:off x="10277367" y="5318247"/>
            <a:ext cx="910695" cy="240200"/>
            <a:chOff x="19300423" y="6994982"/>
            <a:chExt cx="1821389" cy="480399"/>
          </a:xfrm>
        </p:grpSpPr>
        <p:sp>
          <p:nvSpPr>
            <p:cNvPr id="188" name="TextBox 187">
              <a:extLst>
                <a:ext uri="{FF2B5EF4-FFF2-40B4-BE49-F238E27FC236}">
                  <a16:creationId xmlns:a16="http://schemas.microsoft.com/office/drawing/2014/main" id="{59774DED-0909-4662-51DE-9835D122649C}"/>
                </a:ext>
              </a:extLst>
            </p:cNvPr>
            <p:cNvSpPr txBox="1"/>
            <p:nvPr/>
          </p:nvSpPr>
          <p:spPr>
            <a:xfrm>
              <a:off x="20224136" y="7139487"/>
              <a:ext cx="897676" cy="191388"/>
            </a:xfrm>
            <a:prstGeom prst="rect">
              <a:avLst/>
            </a:prstGeom>
            <a:noFill/>
          </p:spPr>
          <p:txBody>
            <a:bodyPr wrap="none" rtlCol="0" anchor="ctr">
              <a:noAutofit/>
            </a:bodyPr>
            <a:lstStyle/>
            <a:p>
              <a:r>
                <a:rPr lang="en-US" altLang="ko-KR" sz="800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rPr>
                <a:t>Window</a:t>
              </a:r>
              <a:endParaRPr lang="ko-KR" altLang="en-US" sz="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endParaRPr>
            </a:p>
          </p:txBody>
        </p:sp>
        <p:grpSp>
          <p:nvGrpSpPr>
            <p:cNvPr id="175" name="그룹 174">
              <a:extLst>
                <a:ext uri="{FF2B5EF4-FFF2-40B4-BE49-F238E27FC236}">
                  <a16:creationId xmlns:a16="http://schemas.microsoft.com/office/drawing/2014/main" id="{1B309ABE-B41D-7709-FC7F-C85BF10579C6}"/>
                </a:ext>
              </a:extLst>
            </p:cNvPr>
            <p:cNvGrpSpPr/>
            <p:nvPr/>
          </p:nvGrpSpPr>
          <p:grpSpPr>
            <a:xfrm>
              <a:off x="19300423" y="6994982"/>
              <a:ext cx="799988" cy="480399"/>
              <a:chOff x="17210613" y="3712028"/>
              <a:chExt cx="1440274" cy="1004309"/>
            </a:xfrm>
          </p:grpSpPr>
          <p:sp>
            <p:nvSpPr>
              <p:cNvPr id="176" name="TextBox 175">
                <a:extLst>
                  <a:ext uri="{FF2B5EF4-FFF2-40B4-BE49-F238E27FC236}">
                    <a16:creationId xmlns:a16="http://schemas.microsoft.com/office/drawing/2014/main" id="{A79D5CD3-1532-F9FA-6468-3DBC7CB73843}"/>
                  </a:ext>
                </a:extLst>
              </p:cNvPr>
              <p:cNvSpPr txBox="1"/>
              <p:nvPr/>
            </p:nvSpPr>
            <p:spPr>
              <a:xfrm>
                <a:off x="17210727" y="3785375"/>
                <a:ext cx="1440160" cy="930962"/>
              </a:xfrm>
              <a:prstGeom prst="flowChartProcess">
                <a:avLst/>
              </a:prstGeom>
              <a:solidFill>
                <a:srgbClr val="CBC8CB"/>
              </a:solidFill>
              <a:ln w="3175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anchor="ctr">
                <a:noAutofit/>
              </a:bodyPr>
              <a:lstStyle/>
              <a:p>
                <a:pPr algn="ctr"/>
                <a:endParaRPr lang="en-US" altLang="ko-KR" sz="800" dirty="0">
                  <a:solidFill>
                    <a:schemeClr val="tx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  <a:cs typeface="Poppins" charset="0"/>
                  <a:sym typeface="Poppins" charset="0"/>
                </a:endParaRPr>
              </a:p>
            </p:txBody>
          </p:sp>
          <p:sp>
            <p:nvSpPr>
              <p:cNvPr id="179" name="TextBox 178">
                <a:extLst>
                  <a:ext uri="{FF2B5EF4-FFF2-40B4-BE49-F238E27FC236}">
                    <a16:creationId xmlns:a16="http://schemas.microsoft.com/office/drawing/2014/main" id="{16C3A1E2-816F-57B0-9344-7B29D29249E7}"/>
                  </a:ext>
                </a:extLst>
              </p:cNvPr>
              <p:cNvSpPr txBox="1"/>
              <p:nvPr/>
            </p:nvSpPr>
            <p:spPr>
              <a:xfrm>
                <a:off x="17210613" y="3712028"/>
                <a:ext cx="1438334" cy="72009"/>
              </a:xfrm>
              <a:prstGeom prst="flowChartProcess">
                <a:avLst/>
              </a:prstGeom>
              <a:solidFill>
                <a:srgbClr val="CBC8CB"/>
              </a:solidFill>
              <a:ln w="3175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anchor="ctr">
                <a:noAutofit/>
              </a:bodyPr>
              <a:lstStyle/>
              <a:p>
                <a:pPr algn="ctr"/>
                <a:endParaRPr lang="en-US" altLang="ko-KR" sz="800" dirty="0">
                  <a:solidFill>
                    <a:schemeClr val="tx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  <a:cs typeface="Poppins" charset="0"/>
                  <a:sym typeface="Poppins" charset="0"/>
                </a:endParaRPr>
              </a:p>
            </p:txBody>
          </p:sp>
        </p:grpSp>
      </p:grpSp>
      <p:grpSp>
        <p:nvGrpSpPr>
          <p:cNvPr id="218" name="그룹 217">
            <a:extLst>
              <a:ext uri="{FF2B5EF4-FFF2-40B4-BE49-F238E27FC236}">
                <a16:creationId xmlns:a16="http://schemas.microsoft.com/office/drawing/2014/main" id="{6A0B3909-2CD9-E72E-6ADD-6ADF606D8277}"/>
              </a:ext>
            </a:extLst>
          </p:cNvPr>
          <p:cNvGrpSpPr/>
          <p:nvPr/>
        </p:nvGrpSpPr>
        <p:grpSpPr>
          <a:xfrm>
            <a:off x="10277367" y="4833317"/>
            <a:ext cx="899443" cy="239419"/>
            <a:chOff x="19300423" y="5997526"/>
            <a:chExt cx="1798886" cy="478838"/>
          </a:xfrm>
        </p:grpSpPr>
        <p:grpSp>
          <p:nvGrpSpPr>
            <p:cNvPr id="180" name="그룹 179">
              <a:extLst>
                <a:ext uri="{FF2B5EF4-FFF2-40B4-BE49-F238E27FC236}">
                  <a16:creationId xmlns:a16="http://schemas.microsoft.com/office/drawing/2014/main" id="{D9A58C12-8200-9CED-F52A-E5053F4FEA3C}"/>
                </a:ext>
              </a:extLst>
            </p:cNvPr>
            <p:cNvGrpSpPr/>
            <p:nvPr/>
          </p:nvGrpSpPr>
          <p:grpSpPr>
            <a:xfrm>
              <a:off x="19300423" y="5997526"/>
              <a:ext cx="800697" cy="478838"/>
              <a:chOff x="10358039" y="10586362"/>
              <a:chExt cx="1441550" cy="1001044"/>
            </a:xfrm>
          </p:grpSpPr>
          <p:sp>
            <p:nvSpPr>
              <p:cNvPr id="181" name="TextBox 180">
                <a:extLst>
                  <a:ext uri="{FF2B5EF4-FFF2-40B4-BE49-F238E27FC236}">
                    <a16:creationId xmlns:a16="http://schemas.microsoft.com/office/drawing/2014/main" id="{2A8E3598-0523-B68A-6E57-BD0E3FB4A5F2}"/>
                  </a:ext>
                </a:extLst>
              </p:cNvPr>
              <p:cNvSpPr txBox="1"/>
              <p:nvPr/>
            </p:nvSpPr>
            <p:spPr>
              <a:xfrm>
                <a:off x="10359429" y="10656444"/>
                <a:ext cx="1440160" cy="930962"/>
              </a:xfrm>
              <a:prstGeom prst="flowChartProcess">
                <a:avLst/>
              </a:prstGeom>
              <a:solidFill>
                <a:srgbClr val="CBC8CB"/>
              </a:solidFill>
              <a:ln w="3175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anchor="ctr">
                <a:noAutofit/>
              </a:bodyPr>
              <a:lstStyle/>
              <a:p>
                <a:pPr algn="ctr"/>
                <a:endParaRPr lang="en-US" altLang="ko-KR" sz="800" dirty="0">
                  <a:solidFill>
                    <a:schemeClr val="tx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  <a:cs typeface="Poppins" charset="0"/>
                  <a:sym typeface="Poppins" charset="0"/>
                </a:endParaRPr>
              </a:p>
            </p:txBody>
          </p:sp>
          <p:sp>
            <p:nvSpPr>
              <p:cNvPr id="182" name="사각형: 잘린 한쪽 모서리 181">
                <a:extLst>
                  <a:ext uri="{FF2B5EF4-FFF2-40B4-BE49-F238E27FC236}">
                    <a16:creationId xmlns:a16="http://schemas.microsoft.com/office/drawing/2014/main" id="{4791FBCF-0571-B8EA-D70C-A58871C9873D}"/>
                  </a:ext>
                </a:extLst>
              </p:cNvPr>
              <p:cNvSpPr/>
              <p:nvPr/>
            </p:nvSpPr>
            <p:spPr bwMode="auto">
              <a:xfrm>
                <a:off x="10358039" y="10586362"/>
                <a:ext cx="320403" cy="70082"/>
              </a:xfrm>
              <a:prstGeom prst="snip1Rect">
                <a:avLst>
                  <a:gd name="adj" fmla="val 50000"/>
                </a:avLst>
              </a:prstGeom>
              <a:solidFill>
                <a:srgbClr val="CBC8CB"/>
              </a:solidFill>
              <a:ln w="3175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anchor="ctr">
                <a:noAutofit/>
              </a:bodyPr>
              <a:lstStyle/>
              <a:p>
                <a:pPr algn="ctr"/>
                <a:endParaRPr lang="ko-KR" altLang="en-US" sz="800">
                  <a:solidFill>
                    <a:schemeClr val="tx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  <a:cs typeface="Poppins" charset="0"/>
                  <a:sym typeface="Poppins" charset="0"/>
                </a:endParaRPr>
              </a:p>
            </p:txBody>
          </p:sp>
        </p:grpSp>
        <p:sp>
          <p:nvSpPr>
            <p:cNvPr id="189" name="TextBox 188">
              <a:extLst>
                <a:ext uri="{FF2B5EF4-FFF2-40B4-BE49-F238E27FC236}">
                  <a16:creationId xmlns:a16="http://schemas.microsoft.com/office/drawing/2014/main" id="{AD7ED8A0-DE74-4DE9-B43C-C398453DACC8}"/>
                </a:ext>
              </a:extLst>
            </p:cNvPr>
            <p:cNvSpPr txBox="1"/>
            <p:nvPr/>
          </p:nvSpPr>
          <p:spPr>
            <a:xfrm>
              <a:off x="20201633" y="6141251"/>
              <a:ext cx="897676" cy="191388"/>
            </a:xfrm>
            <a:prstGeom prst="rect">
              <a:avLst/>
            </a:prstGeom>
            <a:noFill/>
          </p:spPr>
          <p:txBody>
            <a:bodyPr wrap="none" rtlCol="0" anchor="ctr">
              <a:noAutofit/>
            </a:bodyPr>
            <a:lstStyle/>
            <a:p>
              <a:r>
                <a:rPr lang="en-US" altLang="ko-KR" sz="800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rPr>
                <a:t>Top </a:t>
              </a:r>
              <a:r>
                <a:rPr lang="en-US" altLang="ko-KR" sz="800" dirty="0" err="1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rPr>
                <a:t>TabView</a:t>
              </a:r>
              <a:endParaRPr lang="ko-KR" altLang="en-US" sz="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endParaRPr>
            </a:p>
          </p:txBody>
        </p:sp>
      </p:grpSp>
      <p:grpSp>
        <p:nvGrpSpPr>
          <p:cNvPr id="220" name="그룹 219">
            <a:extLst>
              <a:ext uri="{FF2B5EF4-FFF2-40B4-BE49-F238E27FC236}">
                <a16:creationId xmlns:a16="http://schemas.microsoft.com/office/drawing/2014/main" id="{1B466B66-7FF7-A8F5-9D57-4388F39B5466}"/>
              </a:ext>
            </a:extLst>
          </p:cNvPr>
          <p:cNvGrpSpPr/>
          <p:nvPr/>
        </p:nvGrpSpPr>
        <p:grpSpPr>
          <a:xfrm>
            <a:off x="10276456" y="5803958"/>
            <a:ext cx="911605" cy="222658"/>
            <a:chOff x="19298602" y="8101822"/>
            <a:chExt cx="1823210" cy="445315"/>
          </a:xfrm>
        </p:grpSpPr>
        <p:sp>
          <p:nvSpPr>
            <p:cNvPr id="191" name="TextBox 190">
              <a:extLst>
                <a:ext uri="{FF2B5EF4-FFF2-40B4-BE49-F238E27FC236}">
                  <a16:creationId xmlns:a16="http://schemas.microsoft.com/office/drawing/2014/main" id="{F2A682A2-B6E0-201F-1993-4897862E388B}"/>
                </a:ext>
              </a:extLst>
            </p:cNvPr>
            <p:cNvSpPr txBox="1"/>
            <p:nvPr/>
          </p:nvSpPr>
          <p:spPr>
            <a:xfrm>
              <a:off x="19298602" y="8101822"/>
              <a:ext cx="799925" cy="445315"/>
            </a:xfrm>
            <a:prstGeom prst="flowChartProcess">
              <a:avLst/>
            </a:prstGeom>
            <a:solidFill>
              <a:srgbClr val="CBC8CB"/>
            </a:solidFill>
            <a:ln w="317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anchor="ctr">
              <a:noAutofit/>
            </a:bodyPr>
            <a:lstStyle/>
            <a:p>
              <a:pPr algn="ctr"/>
              <a:endParaRPr lang="en-US" altLang="ko-KR" sz="8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Poppins" charset="0"/>
                <a:sym typeface="Poppins" charset="0"/>
              </a:endParaRPr>
            </a:p>
          </p:txBody>
        </p:sp>
        <p:sp>
          <p:nvSpPr>
            <p:cNvPr id="192" name="TextBox 191">
              <a:extLst>
                <a:ext uri="{FF2B5EF4-FFF2-40B4-BE49-F238E27FC236}">
                  <a16:creationId xmlns:a16="http://schemas.microsoft.com/office/drawing/2014/main" id="{D2CF45AB-ED29-F2B5-DF3C-88D996458253}"/>
                </a:ext>
              </a:extLst>
            </p:cNvPr>
            <p:cNvSpPr txBox="1"/>
            <p:nvPr/>
          </p:nvSpPr>
          <p:spPr>
            <a:xfrm>
              <a:off x="20224136" y="8228785"/>
              <a:ext cx="897676" cy="191388"/>
            </a:xfrm>
            <a:prstGeom prst="rect">
              <a:avLst/>
            </a:prstGeom>
            <a:noFill/>
          </p:spPr>
          <p:txBody>
            <a:bodyPr wrap="none" rtlCol="0" anchor="ctr">
              <a:noAutofit/>
            </a:bodyPr>
            <a:lstStyle/>
            <a:p>
              <a:r>
                <a:rPr lang="en-US" altLang="ko-KR" sz="800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rPr>
                <a:t>View</a:t>
              </a:r>
              <a:endParaRPr lang="ko-KR" altLang="en-US" sz="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endParaRPr>
            </a:p>
          </p:txBody>
        </p:sp>
      </p:grpSp>
      <p:grpSp>
        <p:nvGrpSpPr>
          <p:cNvPr id="217" name="그룹 216">
            <a:extLst>
              <a:ext uri="{FF2B5EF4-FFF2-40B4-BE49-F238E27FC236}">
                <a16:creationId xmlns:a16="http://schemas.microsoft.com/office/drawing/2014/main" id="{A4CD99DE-8F99-000D-E2B3-426954369F1C}"/>
              </a:ext>
            </a:extLst>
          </p:cNvPr>
          <p:cNvGrpSpPr/>
          <p:nvPr/>
        </p:nvGrpSpPr>
        <p:grpSpPr>
          <a:xfrm>
            <a:off x="10253124" y="4365148"/>
            <a:ext cx="923686" cy="222658"/>
            <a:chOff x="19251937" y="4871831"/>
            <a:chExt cx="1847372" cy="445315"/>
          </a:xfrm>
        </p:grpSpPr>
        <p:grpSp>
          <p:nvGrpSpPr>
            <p:cNvPr id="206" name="그룹 205">
              <a:extLst>
                <a:ext uri="{FF2B5EF4-FFF2-40B4-BE49-F238E27FC236}">
                  <a16:creationId xmlns:a16="http://schemas.microsoft.com/office/drawing/2014/main" id="{F85F52D5-6038-7692-9EA5-D53963198F27}"/>
                </a:ext>
              </a:extLst>
            </p:cNvPr>
            <p:cNvGrpSpPr/>
            <p:nvPr/>
          </p:nvGrpSpPr>
          <p:grpSpPr>
            <a:xfrm>
              <a:off x="19251937" y="4871831"/>
              <a:ext cx="846590" cy="445315"/>
              <a:chOff x="10932794" y="545668"/>
              <a:chExt cx="846590" cy="445315"/>
            </a:xfrm>
          </p:grpSpPr>
          <p:sp>
            <p:nvSpPr>
              <p:cNvPr id="207" name="TextBox 206">
                <a:extLst>
                  <a:ext uri="{FF2B5EF4-FFF2-40B4-BE49-F238E27FC236}">
                    <a16:creationId xmlns:a16="http://schemas.microsoft.com/office/drawing/2014/main" id="{D366EF5B-EDE9-6F05-7CD4-8C7687FCC766}"/>
                  </a:ext>
                </a:extLst>
              </p:cNvPr>
              <p:cNvSpPr txBox="1"/>
              <p:nvPr/>
            </p:nvSpPr>
            <p:spPr>
              <a:xfrm>
                <a:off x="10979459" y="545668"/>
                <a:ext cx="799925" cy="445315"/>
              </a:xfrm>
              <a:prstGeom prst="flowChartProcess">
                <a:avLst/>
              </a:prstGeom>
              <a:solidFill>
                <a:srgbClr val="CBC8CB"/>
              </a:solidFill>
              <a:ln w="3175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anchor="ctr">
                <a:noAutofit/>
              </a:bodyPr>
              <a:lstStyle/>
              <a:p>
                <a:pPr algn="ctr"/>
                <a:endParaRPr lang="en-US" altLang="ko-KR" sz="800" dirty="0">
                  <a:solidFill>
                    <a:schemeClr val="tx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  <a:cs typeface="Poppins" charset="0"/>
                  <a:sym typeface="Poppins" charset="0"/>
                </a:endParaRPr>
              </a:p>
            </p:txBody>
          </p:sp>
          <p:sp>
            <p:nvSpPr>
              <p:cNvPr id="208" name="사각형: 잘린 한쪽 모서리 207">
                <a:extLst>
                  <a:ext uri="{FF2B5EF4-FFF2-40B4-BE49-F238E27FC236}">
                    <a16:creationId xmlns:a16="http://schemas.microsoft.com/office/drawing/2014/main" id="{AE626846-F462-A737-B393-D02CB0CFB213}"/>
                  </a:ext>
                </a:extLst>
              </p:cNvPr>
              <p:cNvSpPr/>
              <p:nvPr/>
            </p:nvSpPr>
            <p:spPr bwMode="auto">
              <a:xfrm rot="16200000">
                <a:off x="10894140" y="588257"/>
                <a:ext cx="123028" cy="45719"/>
              </a:xfrm>
              <a:prstGeom prst="snip1Rect">
                <a:avLst>
                  <a:gd name="adj" fmla="val 50000"/>
                </a:avLst>
              </a:prstGeom>
              <a:solidFill>
                <a:srgbClr val="CBC8CB"/>
              </a:solidFill>
              <a:ln w="3175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anchor="ctr">
                <a:noAutofit/>
              </a:bodyPr>
              <a:lstStyle/>
              <a:p>
                <a:pPr algn="ctr"/>
                <a:endParaRPr lang="ko-KR" altLang="en-US" sz="800">
                  <a:solidFill>
                    <a:schemeClr val="tx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  <a:cs typeface="Poppins" charset="0"/>
                  <a:sym typeface="Poppins" charset="0"/>
                </a:endParaRPr>
              </a:p>
            </p:txBody>
          </p:sp>
        </p:grpSp>
        <p:sp>
          <p:nvSpPr>
            <p:cNvPr id="209" name="TextBox 208">
              <a:extLst>
                <a:ext uri="{FF2B5EF4-FFF2-40B4-BE49-F238E27FC236}">
                  <a16:creationId xmlns:a16="http://schemas.microsoft.com/office/drawing/2014/main" id="{8E656C2E-B1A7-7DD0-16A6-3012E0FDC96A}"/>
                </a:ext>
              </a:extLst>
            </p:cNvPr>
            <p:cNvSpPr txBox="1"/>
            <p:nvPr/>
          </p:nvSpPr>
          <p:spPr>
            <a:xfrm>
              <a:off x="20201633" y="4998794"/>
              <a:ext cx="897676" cy="191388"/>
            </a:xfrm>
            <a:prstGeom prst="rect">
              <a:avLst/>
            </a:prstGeom>
            <a:noFill/>
          </p:spPr>
          <p:txBody>
            <a:bodyPr wrap="none" rtlCol="0" anchor="ctr">
              <a:noAutofit/>
            </a:bodyPr>
            <a:lstStyle/>
            <a:p>
              <a:r>
                <a:rPr lang="en-US" altLang="ko-KR" sz="800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rPr>
                <a:t>Left </a:t>
              </a:r>
              <a:r>
                <a:rPr lang="en-US" altLang="ko-KR" sz="800" dirty="0" err="1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rPr>
                <a:t>TabView</a:t>
              </a:r>
              <a:endParaRPr lang="ko-KR" altLang="en-US" sz="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endParaRPr>
            </a:p>
          </p:txBody>
        </p:sp>
      </p:grpSp>
      <p:grpSp>
        <p:nvGrpSpPr>
          <p:cNvPr id="71" name="그룹 70">
            <a:extLst>
              <a:ext uri="{FF2B5EF4-FFF2-40B4-BE49-F238E27FC236}">
                <a16:creationId xmlns:a16="http://schemas.microsoft.com/office/drawing/2014/main" id="{7449B0F5-6BD9-CB31-5BB8-E2B231B4CA28}"/>
              </a:ext>
            </a:extLst>
          </p:cNvPr>
          <p:cNvGrpSpPr/>
          <p:nvPr/>
        </p:nvGrpSpPr>
        <p:grpSpPr>
          <a:xfrm>
            <a:off x="6480356" y="728700"/>
            <a:ext cx="535729" cy="320380"/>
            <a:chOff x="10358039" y="10586362"/>
            <a:chExt cx="1441550" cy="1001044"/>
          </a:xfrm>
        </p:grpSpPr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BF04411F-4C86-4587-D300-68007979CC0B}"/>
                </a:ext>
              </a:extLst>
            </p:cNvPr>
            <p:cNvSpPr txBox="1"/>
            <p:nvPr/>
          </p:nvSpPr>
          <p:spPr>
            <a:xfrm>
              <a:off x="10359429" y="10656444"/>
              <a:ext cx="1440160" cy="930962"/>
            </a:xfrm>
            <a:prstGeom prst="flowChartProcess">
              <a:avLst/>
            </a:prstGeom>
            <a:solidFill>
              <a:srgbClr val="CBC8CB"/>
            </a:solidFill>
            <a:ln w="317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anchor="ctr">
              <a:noAutofit/>
            </a:bodyPr>
            <a:lstStyle/>
            <a:p>
              <a:pPr algn="ctr"/>
              <a:endParaRPr lang="en-US" altLang="ko-KR" sz="8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Poppins" charset="0"/>
                <a:sym typeface="Poppins" charset="0"/>
              </a:endParaRPr>
            </a:p>
          </p:txBody>
        </p:sp>
        <p:sp>
          <p:nvSpPr>
            <p:cNvPr id="73" name="사각형: 잘린 한쪽 모서리 72">
              <a:extLst>
                <a:ext uri="{FF2B5EF4-FFF2-40B4-BE49-F238E27FC236}">
                  <a16:creationId xmlns:a16="http://schemas.microsoft.com/office/drawing/2014/main" id="{8EA3F4E5-DF22-1E44-B268-5E67F1B16E08}"/>
                </a:ext>
              </a:extLst>
            </p:cNvPr>
            <p:cNvSpPr/>
            <p:nvPr/>
          </p:nvSpPr>
          <p:spPr bwMode="auto">
            <a:xfrm>
              <a:off x="10358039" y="10586362"/>
              <a:ext cx="320403" cy="70082"/>
            </a:xfrm>
            <a:prstGeom prst="snip1Rect">
              <a:avLst>
                <a:gd name="adj" fmla="val 50000"/>
              </a:avLst>
            </a:prstGeom>
            <a:solidFill>
              <a:srgbClr val="CBC8CB"/>
            </a:solidFill>
            <a:ln w="317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anchor="ctr">
              <a:noAutofit/>
            </a:bodyPr>
            <a:lstStyle/>
            <a:p>
              <a:pPr algn="ctr"/>
              <a:endParaRPr lang="ko-KR" altLang="en-US" sz="8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Poppins" charset="0"/>
                <a:sym typeface="Poppins" charset="0"/>
              </a:endParaRPr>
            </a:p>
          </p:txBody>
        </p:sp>
      </p:grpSp>
      <p:grpSp>
        <p:nvGrpSpPr>
          <p:cNvPr id="109" name="그룹 108">
            <a:extLst>
              <a:ext uri="{FF2B5EF4-FFF2-40B4-BE49-F238E27FC236}">
                <a16:creationId xmlns:a16="http://schemas.microsoft.com/office/drawing/2014/main" id="{4E65DD88-D979-BD88-D1E3-80D914718480}"/>
              </a:ext>
            </a:extLst>
          </p:cNvPr>
          <p:cNvGrpSpPr/>
          <p:nvPr/>
        </p:nvGrpSpPr>
        <p:grpSpPr>
          <a:xfrm>
            <a:off x="7967386" y="2074599"/>
            <a:ext cx="535283" cy="321424"/>
            <a:chOff x="14929909" y="3712028"/>
            <a:chExt cx="1440351" cy="1004309"/>
          </a:xfrm>
        </p:grpSpPr>
        <p:sp>
          <p:nvSpPr>
            <p:cNvPr id="110" name="TextBox 109">
              <a:extLst>
                <a:ext uri="{FF2B5EF4-FFF2-40B4-BE49-F238E27FC236}">
                  <a16:creationId xmlns:a16="http://schemas.microsoft.com/office/drawing/2014/main" id="{F9AC8981-BA06-0B8D-5A1B-D3F3C34C2543}"/>
                </a:ext>
              </a:extLst>
            </p:cNvPr>
            <p:cNvSpPr txBox="1"/>
            <p:nvPr/>
          </p:nvSpPr>
          <p:spPr>
            <a:xfrm>
              <a:off x="14929909" y="3785375"/>
              <a:ext cx="1440160" cy="930962"/>
            </a:xfrm>
            <a:prstGeom prst="flowChartProcess">
              <a:avLst/>
            </a:prstGeom>
            <a:solidFill>
              <a:srgbClr val="CBC8CB"/>
            </a:solidFill>
            <a:ln w="317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anchor="ctr">
              <a:noAutofit/>
            </a:bodyPr>
            <a:lstStyle/>
            <a:p>
              <a:pPr algn="ctr"/>
              <a:endParaRPr lang="en-US" altLang="ko-KR" sz="8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Poppins" charset="0"/>
                <a:sym typeface="Poppins" charset="0"/>
              </a:endParaRPr>
            </a:p>
          </p:txBody>
        </p:sp>
        <p:sp>
          <p:nvSpPr>
            <p:cNvPr id="111" name="TextBox 110">
              <a:extLst>
                <a:ext uri="{FF2B5EF4-FFF2-40B4-BE49-F238E27FC236}">
                  <a16:creationId xmlns:a16="http://schemas.microsoft.com/office/drawing/2014/main" id="{213B9BFC-C575-0BCE-EE49-D0FCDA511A25}"/>
                </a:ext>
              </a:extLst>
            </p:cNvPr>
            <p:cNvSpPr txBox="1"/>
            <p:nvPr/>
          </p:nvSpPr>
          <p:spPr>
            <a:xfrm>
              <a:off x="14931925" y="3712028"/>
              <a:ext cx="1438335" cy="72009"/>
            </a:xfrm>
            <a:prstGeom prst="flowChartProcess">
              <a:avLst/>
            </a:prstGeom>
            <a:solidFill>
              <a:srgbClr val="CBC8CB"/>
            </a:solidFill>
            <a:ln w="317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anchor="ctr">
              <a:noAutofit/>
            </a:bodyPr>
            <a:lstStyle/>
            <a:p>
              <a:pPr algn="ctr"/>
              <a:endParaRPr lang="en-US" altLang="ko-KR" sz="8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Poppins" charset="0"/>
                <a:sym typeface="Poppins" charset="0"/>
              </a:endParaRPr>
            </a:p>
          </p:txBody>
        </p:sp>
      </p:grpSp>
      <p:sp>
        <p:nvSpPr>
          <p:cNvPr id="125" name="TextBox 124">
            <a:extLst>
              <a:ext uri="{FF2B5EF4-FFF2-40B4-BE49-F238E27FC236}">
                <a16:creationId xmlns:a16="http://schemas.microsoft.com/office/drawing/2014/main" id="{BAB98558-4B19-5BE3-77DB-9B6D940FDF50}"/>
              </a:ext>
            </a:extLst>
          </p:cNvPr>
          <p:cNvSpPr txBox="1"/>
          <p:nvPr/>
        </p:nvSpPr>
        <p:spPr>
          <a:xfrm>
            <a:off x="8246691" y="2404691"/>
            <a:ext cx="600615" cy="128054"/>
          </a:xfrm>
          <a:prstGeom prst="rect">
            <a:avLst/>
          </a:prstGeom>
          <a:noFill/>
        </p:spPr>
        <p:txBody>
          <a:bodyPr wrap="none" rtlCol="0">
            <a:noAutofit/>
          </a:bodyPr>
          <a:lstStyle/>
          <a:p>
            <a:pPr algn="ctr"/>
            <a:r>
              <a:rPr lang="ko-KR" altLang="en-US" sz="8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트래킹</a:t>
            </a:r>
            <a:r>
              <a:rPr lang="ko-KR" altLang="en-US" sz="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데이터 조회</a:t>
            </a:r>
            <a:r>
              <a:rPr lang="en-US" altLang="ko-KR" sz="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팝업</a:t>
            </a:r>
            <a:r>
              <a:rPr lang="en-US" altLang="ko-KR" sz="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FC584157-493A-8DA7-E79F-763EB294298B}"/>
              </a:ext>
            </a:extLst>
          </p:cNvPr>
          <p:cNvSpPr txBox="1"/>
          <p:nvPr/>
        </p:nvSpPr>
        <p:spPr>
          <a:xfrm>
            <a:off x="6545847" y="1764858"/>
            <a:ext cx="600615" cy="128054"/>
          </a:xfrm>
          <a:prstGeom prst="rect">
            <a:avLst/>
          </a:prstGeom>
          <a:noFill/>
        </p:spPr>
        <p:txBody>
          <a:bodyPr wrap="none" rtlCol="0">
            <a:noAutofit/>
          </a:bodyPr>
          <a:lstStyle/>
          <a:p>
            <a:pPr algn="ctr"/>
            <a:r>
              <a:rPr lang="en-US" altLang="ko-KR" sz="800" dirty="0" smtClean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Abnormal History </a:t>
            </a:r>
            <a:r>
              <a:rPr lang="ko-KR" altLang="en-US" sz="800" dirty="0" smtClean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조회</a:t>
            </a:r>
            <a:endParaRPr lang="ko-KR" altLang="en-US" sz="8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cxnSp>
        <p:nvCxnSpPr>
          <p:cNvPr id="31" name="연결선: 구부러짐 30">
            <a:extLst>
              <a:ext uri="{FF2B5EF4-FFF2-40B4-BE49-F238E27FC236}">
                <a16:creationId xmlns:a16="http://schemas.microsoft.com/office/drawing/2014/main" id="{1A1EF5AE-5A36-4383-DC48-484FB0DDF464}"/>
              </a:ext>
            </a:extLst>
          </p:cNvPr>
          <p:cNvCxnSpPr>
            <a:cxnSpLocks/>
            <a:stCxn id="19" idx="3"/>
            <a:endCxn id="37" idx="1"/>
          </p:cNvCxnSpPr>
          <p:nvPr/>
        </p:nvCxnSpPr>
        <p:spPr bwMode="auto">
          <a:xfrm>
            <a:off x="4899788" y="1040200"/>
            <a:ext cx="1589628" cy="543684"/>
          </a:xfrm>
          <a:prstGeom prst="curvedConnector3">
            <a:avLst>
              <a:gd name="adj1" fmla="val 50000"/>
            </a:avLst>
          </a:prstGeom>
          <a:ln>
            <a:solidFill>
              <a:srgbClr val="0066FF"/>
            </a:solidFill>
            <a:headEnd type="none" w="med" len="med"/>
            <a:tailEnd type="triangle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pSp>
        <p:nvGrpSpPr>
          <p:cNvPr id="36" name="그룹 35">
            <a:extLst>
              <a:ext uri="{FF2B5EF4-FFF2-40B4-BE49-F238E27FC236}">
                <a16:creationId xmlns:a16="http://schemas.microsoft.com/office/drawing/2014/main" id="{C57E5AF2-5F40-EF1A-ADF7-4334A79B2E42}"/>
              </a:ext>
            </a:extLst>
          </p:cNvPr>
          <p:cNvGrpSpPr/>
          <p:nvPr/>
        </p:nvGrpSpPr>
        <p:grpSpPr>
          <a:xfrm>
            <a:off x="6489416" y="1411434"/>
            <a:ext cx="535283" cy="321424"/>
            <a:chOff x="14929909" y="3712028"/>
            <a:chExt cx="1440351" cy="1004309"/>
          </a:xfrm>
        </p:grpSpPr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BD0E35E5-0827-8F9F-8FA9-D89E40870A73}"/>
                </a:ext>
              </a:extLst>
            </p:cNvPr>
            <p:cNvSpPr txBox="1"/>
            <p:nvPr/>
          </p:nvSpPr>
          <p:spPr>
            <a:xfrm>
              <a:off x="14929909" y="3785375"/>
              <a:ext cx="1440160" cy="930962"/>
            </a:xfrm>
            <a:prstGeom prst="flowChartProcess">
              <a:avLst/>
            </a:prstGeom>
            <a:solidFill>
              <a:srgbClr val="CBC8CB"/>
            </a:solidFill>
            <a:ln w="317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anchor="ctr">
              <a:noAutofit/>
            </a:bodyPr>
            <a:lstStyle/>
            <a:p>
              <a:pPr algn="ctr"/>
              <a:endParaRPr lang="en-US" altLang="ko-KR" sz="8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Poppins" charset="0"/>
                <a:sym typeface="Poppins" charset="0"/>
              </a:endParaRPr>
            </a:p>
          </p:txBody>
        </p: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3D24FC40-34FF-438C-2A6F-B4937E5A1637}"/>
                </a:ext>
              </a:extLst>
            </p:cNvPr>
            <p:cNvSpPr txBox="1"/>
            <p:nvPr/>
          </p:nvSpPr>
          <p:spPr>
            <a:xfrm>
              <a:off x="14931925" y="3712028"/>
              <a:ext cx="1438335" cy="72009"/>
            </a:xfrm>
            <a:prstGeom prst="flowChartProcess">
              <a:avLst/>
            </a:prstGeom>
            <a:solidFill>
              <a:srgbClr val="CBC8CB"/>
            </a:solidFill>
            <a:ln w="317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anchor="ctr">
              <a:noAutofit/>
            </a:bodyPr>
            <a:lstStyle/>
            <a:p>
              <a:pPr algn="ctr"/>
              <a:endParaRPr lang="en-US" altLang="ko-KR" sz="8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Poppins" charset="0"/>
                <a:sym typeface="Poppins" charset="0"/>
              </a:endParaRPr>
            </a:p>
          </p:txBody>
        </p:sp>
      </p:grpSp>
      <p:cxnSp>
        <p:nvCxnSpPr>
          <p:cNvPr id="56" name="연결선: 구부러짐 55">
            <a:extLst>
              <a:ext uri="{FF2B5EF4-FFF2-40B4-BE49-F238E27FC236}">
                <a16:creationId xmlns:a16="http://schemas.microsoft.com/office/drawing/2014/main" id="{87B90904-163D-5279-425A-CD3E4D57DD3E}"/>
              </a:ext>
            </a:extLst>
          </p:cNvPr>
          <p:cNvCxnSpPr>
            <a:cxnSpLocks/>
            <a:stCxn id="23" idx="3"/>
            <a:endCxn id="72" idx="1"/>
          </p:cNvCxnSpPr>
          <p:nvPr/>
        </p:nvCxnSpPr>
        <p:spPr bwMode="auto">
          <a:xfrm flipV="1">
            <a:off x="4867086" y="900105"/>
            <a:ext cx="1613787" cy="1041226"/>
          </a:xfrm>
          <a:prstGeom prst="curvedConnector3">
            <a:avLst>
              <a:gd name="adj1" fmla="val 50000"/>
            </a:avLst>
          </a:prstGeom>
          <a:ln>
            <a:headEnd type="none" w="med" len="med"/>
            <a:tailEnd type="triangle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3" name="연결선: 구부러짐 62">
            <a:extLst>
              <a:ext uri="{FF2B5EF4-FFF2-40B4-BE49-F238E27FC236}">
                <a16:creationId xmlns:a16="http://schemas.microsoft.com/office/drawing/2014/main" id="{4A9B0BE0-204F-D2E1-B6F9-F755EADE7FDD}"/>
              </a:ext>
            </a:extLst>
          </p:cNvPr>
          <p:cNvCxnSpPr>
            <a:cxnSpLocks/>
            <a:stCxn id="92" idx="3"/>
            <a:endCxn id="110" idx="1"/>
          </p:cNvCxnSpPr>
          <p:nvPr/>
        </p:nvCxnSpPr>
        <p:spPr bwMode="auto">
          <a:xfrm flipV="1">
            <a:off x="6999955" y="2247048"/>
            <a:ext cx="967431" cy="980439"/>
          </a:xfrm>
          <a:prstGeom prst="curvedConnector3">
            <a:avLst>
              <a:gd name="adj1" fmla="val 50000"/>
            </a:avLst>
          </a:prstGeom>
          <a:ln>
            <a:headEnd type="none" w="med" len="med"/>
            <a:tailEnd type="triangle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" name="직사각형 7"/>
          <p:cNvSpPr/>
          <p:nvPr/>
        </p:nvSpPr>
        <p:spPr>
          <a:xfrm>
            <a:off x="9897626" y="4135337"/>
            <a:ext cx="1939332" cy="2240865"/>
          </a:xfrm>
          <a:prstGeom prst="rect">
            <a:avLst/>
          </a:prstGeom>
          <a:noFill/>
          <a:ln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2" name="TextBox 141">
            <a:extLst>
              <a:ext uri="{FF2B5EF4-FFF2-40B4-BE49-F238E27FC236}">
                <a16:creationId xmlns:a16="http://schemas.microsoft.com/office/drawing/2014/main" id="{50D1EBD1-0333-EFBB-DB10-8F64489BF0C0}"/>
              </a:ext>
            </a:extLst>
          </p:cNvPr>
          <p:cNvSpPr txBox="1"/>
          <p:nvPr/>
        </p:nvSpPr>
        <p:spPr>
          <a:xfrm>
            <a:off x="6422739" y="4001187"/>
            <a:ext cx="600615" cy="128054"/>
          </a:xfrm>
          <a:prstGeom prst="rect">
            <a:avLst/>
          </a:prstGeom>
          <a:noFill/>
        </p:spPr>
        <p:txBody>
          <a:bodyPr wrap="none" rtlCol="0">
            <a:noAutofit/>
          </a:bodyPr>
          <a:lstStyle/>
          <a:p>
            <a:pPr algn="ctr"/>
            <a:r>
              <a:rPr lang="ko-KR" altLang="en-US" sz="800" dirty="0" smtClean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유저 그룹 관리</a:t>
            </a:r>
            <a:endParaRPr lang="en-US" altLang="ko-KR" sz="800" dirty="0" smtClean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grpSp>
        <p:nvGrpSpPr>
          <p:cNvPr id="143" name="그룹 142">
            <a:extLst>
              <a:ext uri="{FF2B5EF4-FFF2-40B4-BE49-F238E27FC236}">
                <a16:creationId xmlns:a16="http://schemas.microsoft.com/office/drawing/2014/main" id="{7757C96E-D0F5-EF10-CC49-378986BEC123}"/>
              </a:ext>
            </a:extLst>
          </p:cNvPr>
          <p:cNvGrpSpPr/>
          <p:nvPr/>
        </p:nvGrpSpPr>
        <p:grpSpPr>
          <a:xfrm>
            <a:off x="6464743" y="3680866"/>
            <a:ext cx="535212" cy="320380"/>
            <a:chOff x="12649081" y="5897880"/>
            <a:chExt cx="1440160" cy="1001044"/>
          </a:xfrm>
        </p:grpSpPr>
        <p:sp>
          <p:nvSpPr>
            <p:cNvPr id="144" name="TextBox 143">
              <a:extLst>
                <a:ext uri="{FF2B5EF4-FFF2-40B4-BE49-F238E27FC236}">
                  <a16:creationId xmlns:a16="http://schemas.microsoft.com/office/drawing/2014/main" id="{BF734575-5A34-C6B6-4FD2-174E12E0B5B7}"/>
                </a:ext>
              </a:extLst>
            </p:cNvPr>
            <p:cNvSpPr txBox="1"/>
            <p:nvPr/>
          </p:nvSpPr>
          <p:spPr>
            <a:xfrm>
              <a:off x="12649081" y="5967962"/>
              <a:ext cx="1440160" cy="930962"/>
            </a:xfrm>
            <a:prstGeom prst="flowChartProcess">
              <a:avLst/>
            </a:prstGeom>
            <a:solidFill>
              <a:srgbClr val="CBC8CB"/>
            </a:solidFill>
            <a:ln w="317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anchor="ctr">
              <a:noAutofit/>
            </a:bodyPr>
            <a:lstStyle/>
            <a:p>
              <a:pPr algn="ctr"/>
              <a:endParaRPr lang="en-US" altLang="ko-KR" sz="8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Poppins" charset="0"/>
                <a:sym typeface="Poppins" charset="0"/>
              </a:endParaRPr>
            </a:p>
          </p:txBody>
        </p:sp>
        <p:sp>
          <p:nvSpPr>
            <p:cNvPr id="147" name="사각형: 잘린 한쪽 모서리 106">
              <a:extLst>
                <a:ext uri="{FF2B5EF4-FFF2-40B4-BE49-F238E27FC236}">
                  <a16:creationId xmlns:a16="http://schemas.microsoft.com/office/drawing/2014/main" id="{6EF87681-2946-3327-1C8F-4B3A249D9613}"/>
                </a:ext>
              </a:extLst>
            </p:cNvPr>
            <p:cNvSpPr/>
            <p:nvPr/>
          </p:nvSpPr>
          <p:spPr bwMode="auto">
            <a:xfrm>
              <a:off x="12651014" y="5897880"/>
              <a:ext cx="320403" cy="70082"/>
            </a:xfrm>
            <a:prstGeom prst="snip1Rect">
              <a:avLst>
                <a:gd name="adj" fmla="val 50000"/>
              </a:avLst>
            </a:prstGeom>
            <a:solidFill>
              <a:srgbClr val="CBC8CB"/>
            </a:solidFill>
            <a:ln w="317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anchor="ctr">
              <a:noAutofit/>
            </a:bodyPr>
            <a:lstStyle/>
            <a:p>
              <a:pPr algn="ctr"/>
              <a:endParaRPr lang="ko-KR" altLang="en-US" sz="8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Poppins" charset="0"/>
                <a:sym typeface="Poppins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19663046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2CE4AC4-4CAD-FD22-164F-5E9979E902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altLang="ko-KR" dirty="0">
                <a:solidFill>
                  <a:schemeClr val="tx1"/>
                </a:solidFill>
              </a:rPr>
              <a:t>Dashboard </a:t>
            </a:r>
            <a:r>
              <a:rPr lang="ko-KR" altLang="en-US" dirty="0">
                <a:solidFill>
                  <a:schemeClr val="tx1"/>
                </a:solidFill>
              </a:rPr>
              <a:t>를 통한 </a:t>
            </a:r>
            <a:r>
              <a:rPr lang="en-US" altLang="ko-KR" dirty="0">
                <a:solidFill>
                  <a:schemeClr val="tx1"/>
                </a:solidFill>
              </a:rPr>
              <a:t>System </a:t>
            </a:r>
            <a:r>
              <a:rPr lang="ko-KR" altLang="en-US" dirty="0">
                <a:solidFill>
                  <a:schemeClr val="tx1"/>
                </a:solidFill>
              </a:rPr>
              <a:t>및 장비 상태 모니터링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B01507A7-D99C-24A5-ED7A-04F8349E824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56285" y="2675286"/>
            <a:ext cx="2570459" cy="784822"/>
          </a:xfrm>
          <a:prstGeom prst="rect">
            <a:avLst/>
          </a:prstGeom>
          <a:ln>
            <a:solidFill>
              <a:schemeClr val="bg1"/>
            </a:solidFill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3946A967-978D-826E-38AA-1DCE66C7CE3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411" y="2651288"/>
            <a:ext cx="6236827" cy="3601484"/>
          </a:xfrm>
          <a:prstGeom prst="rect">
            <a:avLst/>
          </a:prstGeom>
          <a:ln>
            <a:solidFill>
              <a:schemeClr val="bg1"/>
            </a:solidFill>
          </a:ln>
        </p:spPr>
      </p:pic>
      <p:cxnSp>
        <p:nvCxnSpPr>
          <p:cNvPr id="7" name="연결선: 구부러짐 6">
            <a:extLst>
              <a:ext uri="{FF2B5EF4-FFF2-40B4-BE49-F238E27FC236}">
                <a16:creationId xmlns:a16="http://schemas.microsoft.com/office/drawing/2014/main" id="{37E47DAA-9A2C-794E-0E3E-042A2ED520B7}"/>
              </a:ext>
            </a:extLst>
          </p:cNvPr>
          <p:cNvCxnSpPr>
            <a:cxnSpLocks/>
            <a:stCxn id="8" idx="3"/>
            <a:endCxn id="37" idx="1"/>
          </p:cNvCxnSpPr>
          <p:nvPr/>
        </p:nvCxnSpPr>
        <p:spPr bwMode="auto">
          <a:xfrm flipV="1">
            <a:off x="2279576" y="4253558"/>
            <a:ext cx="1603250" cy="26473"/>
          </a:xfrm>
          <a:prstGeom prst="curvedConnector3">
            <a:avLst>
              <a:gd name="adj1" fmla="val 50000"/>
            </a:avLst>
          </a:prstGeom>
          <a:blipFill dpi="0" rotWithShape="0">
            <a:blip r:embed="rId4"/>
            <a:srcRect/>
            <a:tile tx="0" ty="0" sx="100000" sy="100000" flip="none" algn="tl"/>
          </a:blipFill>
          <a:ln w="12700" cap="flat" cmpd="sng" algn="ctr">
            <a:solidFill>
              <a:srgbClr val="FF0000"/>
            </a:solidFill>
            <a:prstDash val="dash"/>
            <a:miter lim="400000"/>
            <a:headEnd type="none" w="med" len="med"/>
            <a:tailEnd type="triangle"/>
          </a:ln>
          <a:effectLst>
            <a:outerShdw blurRad="25400" algn="ctr" rotWithShape="0">
              <a:srgbClr val="000000">
                <a:alpha val="50000"/>
              </a:srgbClr>
            </a:outerShdw>
          </a:effectLst>
        </p:spPr>
      </p:cxnSp>
      <p:sp>
        <p:nvSpPr>
          <p:cNvPr id="8" name="직사각형 7">
            <a:extLst>
              <a:ext uri="{FF2B5EF4-FFF2-40B4-BE49-F238E27FC236}">
                <a16:creationId xmlns:a16="http://schemas.microsoft.com/office/drawing/2014/main" id="{50E91AC5-8326-D09A-F657-CFA3F3218B48}"/>
              </a:ext>
            </a:extLst>
          </p:cNvPr>
          <p:cNvSpPr/>
          <p:nvPr/>
        </p:nvSpPr>
        <p:spPr bwMode="auto">
          <a:xfrm>
            <a:off x="220190" y="3947617"/>
            <a:ext cx="2058502" cy="715581"/>
          </a:xfrm>
          <a:prstGeom prst="rect">
            <a:avLst/>
          </a:prstGeom>
          <a:noFill/>
          <a:ln w="12700" cap="flat" cmpd="sng" algn="ctr">
            <a:solidFill>
              <a:srgbClr val="FF0000"/>
            </a:solidFill>
            <a:prstDash val="solid"/>
            <a:miter lim="400000"/>
            <a:headEnd type="none" w="med" len="med"/>
            <a:tailEnd type="none" w="med" len="med"/>
          </a:ln>
          <a:effectLst>
            <a:outerShdw blurRad="25400" algn="ctr" rotWithShape="0">
              <a:srgbClr val="000000">
                <a:alpha val="50000"/>
              </a:srgbClr>
            </a:outerShdw>
          </a:effectLst>
        </p:spPr>
        <p:txBody>
          <a:bodyPr vert="horz" wrap="square" lIns="19050" tIns="19050" rIns="19050" bIns="19050" numCol="1" rtlCol="0" anchor="ctr" anchorCtr="0" compatLnSpc="1">
            <a:prstTxWarp prst="textNoShape">
              <a:avLst/>
            </a:prstTxWarp>
            <a:spAutoFit/>
          </a:bodyPr>
          <a:lstStyle/>
          <a:p>
            <a:pPr defTabSz="412750" fontAlgn="base" latinLnBrk="0" hangingPunct="0">
              <a:spcBef>
                <a:spcPct val="0"/>
              </a:spcBef>
              <a:spcAft>
                <a:spcPct val="0"/>
              </a:spcAft>
            </a:pPr>
            <a:endParaRPr lang="ko-KR" altLang="en-US" sz="4400" dirty="0">
              <a:latin typeface="Poppins" charset="0"/>
              <a:ea typeface="Poppins" charset="0"/>
              <a:cs typeface="Poppins" charset="0"/>
              <a:sym typeface="Poppins" charset="0"/>
            </a:endParaRPr>
          </a:p>
        </p:txBody>
      </p:sp>
      <p:cxnSp>
        <p:nvCxnSpPr>
          <p:cNvPr id="9" name="연결선: 구부러짐 8">
            <a:extLst>
              <a:ext uri="{FF2B5EF4-FFF2-40B4-BE49-F238E27FC236}">
                <a16:creationId xmlns:a16="http://schemas.microsoft.com/office/drawing/2014/main" id="{E866D89F-477C-53EC-AF32-89C570F47B26}"/>
              </a:ext>
            </a:extLst>
          </p:cNvPr>
          <p:cNvCxnSpPr>
            <a:cxnSpLocks/>
            <a:stCxn id="37" idx="3"/>
            <a:endCxn id="5" idx="1"/>
          </p:cNvCxnSpPr>
          <p:nvPr/>
        </p:nvCxnSpPr>
        <p:spPr bwMode="auto">
          <a:xfrm flipV="1">
            <a:off x="6119610" y="3067697"/>
            <a:ext cx="436675" cy="1185861"/>
          </a:xfrm>
          <a:prstGeom prst="curvedConnector3">
            <a:avLst>
              <a:gd name="adj1" fmla="val 50000"/>
            </a:avLst>
          </a:prstGeom>
          <a:blipFill dpi="0" rotWithShape="0">
            <a:blip r:embed="rId4"/>
            <a:srcRect/>
            <a:tile tx="0" ty="0" sx="100000" sy="100000" flip="none" algn="tl"/>
          </a:blipFill>
          <a:ln w="12700" cap="flat" cmpd="sng" algn="ctr">
            <a:solidFill>
              <a:srgbClr val="FF0000"/>
            </a:solidFill>
            <a:prstDash val="dash"/>
            <a:miter lim="400000"/>
            <a:headEnd type="none" w="med" len="med"/>
            <a:tailEnd type="triangle"/>
          </a:ln>
          <a:effectLst>
            <a:outerShdw blurRad="25400" algn="ctr" rotWithShape="0">
              <a:srgbClr val="000000">
                <a:alpha val="50000"/>
              </a:srgbClr>
            </a:outerShdw>
          </a:effectLst>
        </p:spPr>
      </p:cxnSp>
      <p:cxnSp>
        <p:nvCxnSpPr>
          <p:cNvPr id="10" name="연결선: 구부러짐 9">
            <a:extLst>
              <a:ext uri="{FF2B5EF4-FFF2-40B4-BE49-F238E27FC236}">
                <a16:creationId xmlns:a16="http://schemas.microsoft.com/office/drawing/2014/main" id="{F3D2CA6C-978E-3286-BF36-A20019B028D8}"/>
              </a:ext>
            </a:extLst>
          </p:cNvPr>
          <p:cNvCxnSpPr>
            <a:cxnSpLocks/>
            <a:stCxn id="37" idx="3"/>
            <a:endCxn id="11" idx="1"/>
          </p:cNvCxnSpPr>
          <p:nvPr/>
        </p:nvCxnSpPr>
        <p:spPr bwMode="auto">
          <a:xfrm>
            <a:off x="6119610" y="4253558"/>
            <a:ext cx="438444" cy="103701"/>
          </a:xfrm>
          <a:prstGeom prst="curvedConnector3">
            <a:avLst>
              <a:gd name="adj1" fmla="val 50000"/>
            </a:avLst>
          </a:prstGeom>
          <a:blipFill dpi="0" rotWithShape="0">
            <a:blip r:embed="rId4"/>
            <a:srcRect/>
            <a:tile tx="0" ty="0" sx="100000" sy="100000" flip="none" algn="tl"/>
          </a:blipFill>
          <a:ln w="12700" cap="flat" cmpd="sng" algn="ctr">
            <a:solidFill>
              <a:srgbClr val="FF0000"/>
            </a:solidFill>
            <a:prstDash val="dash"/>
            <a:miter lim="400000"/>
            <a:headEnd type="none" w="med" len="med"/>
            <a:tailEnd type="triangle"/>
          </a:ln>
          <a:effectLst>
            <a:outerShdw blurRad="25400" algn="ctr" rotWithShape="0">
              <a:srgbClr val="000000">
                <a:alpha val="50000"/>
              </a:srgbClr>
            </a:outerShdw>
          </a:effectLst>
        </p:spPr>
      </p:cxnSp>
      <p:pic>
        <p:nvPicPr>
          <p:cNvPr id="11" name="그림 10">
            <a:extLst>
              <a:ext uri="{FF2B5EF4-FFF2-40B4-BE49-F238E27FC236}">
                <a16:creationId xmlns:a16="http://schemas.microsoft.com/office/drawing/2014/main" id="{E8C17E51-43A7-71DB-1E30-03F56FCAAB6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58053" y="3681028"/>
            <a:ext cx="2595221" cy="1352460"/>
          </a:xfrm>
          <a:prstGeom prst="rect">
            <a:avLst/>
          </a:prstGeom>
          <a:ln>
            <a:solidFill>
              <a:schemeClr val="bg1"/>
            </a:solidFill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</p:pic>
      <p:sp>
        <p:nvSpPr>
          <p:cNvPr id="12" name="제목 1">
            <a:extLst>
              <a:ext uri="{FF2B5EF4-FFF2-40B4-BE49-F238E27FC236}">
                <a16:creationId xmlns:a16="http://schemas.microsoft.com/office/drawing/2014/main" id="{3575999B-1E3C-AA4E-765C-6EB64FF1B832}"/>
              </a:ext>
            </a:extLst>
          </p:cNvPr>
          <p:cNvSpPr txBox="1">
            <a:spLocks/>
          </p:cNvSpPr>
          <p:nvPr/>
        </p:nvSpPr>
        <p:spPr bwMode="auto">
          <a:xfrm>
            <a:off x="483753" y="908720"/>
            <a:ext cx="5900279" cy="36004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3175" cap="flat" cmpd="sng">
                <a:solidFill>
                  <a:srgbClr val="000000"/>
                </a:solidFill>
                <a:prstDash val="solid"/>
                <a:miter lim="4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  <a:ext uri="{FAA26D3D-D897-4be2-8F04-BA451C77F1D7}"/>
          </a:extLst>
        </p:spPr>
        <p:txBody>
          <a:bodyPr vert="horz" wrap="square" lIns="19050" tIns="19050" rIns="19050" bIns="19050" numCol="1" anchor="ctr" anchorCtr="0" compatLnSpc="1">
            <a:prstTxWarp prst="textNoShape">
              <a:avLst/>
            </a:prstTxWarp>
          </a:bodyPr>
          <a:lstStyle>
            <a:lvl1pPr algn="l" defTabSz="825479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 sz="4500" b="1" i="0" kern="1200">
                <a:solidFill>
                  <a:schemeClr val="bg1">
                    <a:lumMod val="95000"/>
                    <a:lumOff val="5000"/>
                  </a:schemeClr>
                </a:solidFill>
                <a:latin typeface="나눔스퀘어 ExtraBold" panose="020B0600000101010101" pitchFamily="50" charset="-127"/>
                <a:ea typeface="+mj-ea"/>
                <a:cs typeface="Arial" panose="020B0604020202020204" pitchFamily="34" charset="0"/>
                <a:sym typeface="Poppins Medium"/>
              </a:defRPr>
            </a:lvl1pPr>
            <a:lvl2pPr algn="l" defTabSz="825479" rtl="0" eaLnBrk="1" fontAlgn="base" latinLnBrk="1" hangingPunct="1">
              <a:spcBef>
                <a:spcPct val="0"/>
              </a:spcBef>
              <a:spcAft>
                <a:spcPct val="0"/>
              </a:spcAft>
              <a:defRPr sz="10000" b="1">
                <a:solidFill>
                  <a:schemeClr val="bg1"/>
                </a:solidFill>
                <a:latin typeface="Montserrat Semi" charset="0"/>
                <a:ea typeface="Montserrat Semi" charset="0"/>
                <a:cs typeface="Montserrat Semi" charset="0"/>
                <a:sym typeface="Poppins Medium"/>
              </a:defRPr>
            </a:lvl2pPr>
            <a:lvl3pPr algn="l" defTabSz="825479" rtl="0" eaLnBrk="1" fontAlgn="base" latinLnBrk="1" hangingPunct="1">
              <a:spcBef>
                <a:spcPct val="0"/>
              </a:spcBef>
              <a:spcAft>
                <a:spcPct val="0"/>
              </a:spcAft>
              <a:defRPr sz="10000" b="1">
                <a:solidFill>
                  <a:schemeClr val="bg1"/>
                </a:solidFill>
                <a:latin typeface="Montserrat Semi" charset="0"/>
                <a:ea typeface="Montserrat Semi" charset="0"/>
                <a:cs typeface="Montserrat Semi" charset="0"/>
                <a:sym typeface="Poppins Medium"/>
              </a:defRPr>
            </a:lvl3pPr>
            <a:lvl4pPr algn="l" defTabSz="825479" rtl="0" eaLnBrk="1" fontAlgn="base" latinLnBrk="1" hangingPunct="1">
              <a:spcBef>
                <a:spcPct val="0"/>
              </a:spcBef>
              <a:spcAft>
                <a:spcPct val="0"/>
              </a:spcAft>
              <a:defRPr sz="10000" b="1">
                <a:solidFill>
                  <a:schemeClr val="bg1"/>
                </a:solidFill>
                <a:latin typeface="Montserrat Semi" charset="0"/>
                <a:ea typeface="Montserrat Semi" charset="0"/>
                <a:cs typeface="Montserrat Semi" charset="0"/>
                <a:sym typeface="Poppins Medium"/>
              </a:defRPr>
            </a:lvl4pPr>
            <a:lvl5pPr algn="l" defTabSz="825479" rtl="0" eaLnBrk="1" fontAlgn="base" latinLnBrk="1" hangingPunct="1">
              <a:spcBef>
                <a:spcPct val="0"/>
              </a:spcBef>
              <a:spcAft>
                <a:spcPct val="0"/>
              </a:spcAft>
              <a:defRPr sz="10000" b="1">
                <a:solidFill>
                  <a:schemeClr val="bg1"/>
                </a:solidFill>
                <a:latin typeface="Montserrat Semi" charset="0"/>
                <a:ea typeface="Montserrat Semi" charset="0"/>
                <a:cs typeface="Montserrat Semi" charset="0"/>
                <a:sym typeface="Poppins Medium"/>
              </a:defRPr>
            </a:lvl5pPr>
            <a:lvl6pPr marL="457189" algn="l" defTabSz="825479" rtl="0" eaLnBrk="1" fontAlgn="base" latinLnBrk="1" hangingPunct="1">
              <a:lnSpc>
                <a:spcPct val="80000"/>
              </a:lnSpc>
              <a:spcBef>
                <a:spcPct val="0"/>
              </a:spcBef>
              <a:spcAft>
                <a:spcPct val="0"/>
              </a:spcAft>
              <a:defRPr sz="10000">
                <a:solidFill>
                  <a:srgbClr val="272D30"/>
                </a:solidFill>
                <a:latin typeface="Poppins Medium" charset="0"/>
                <a:ea typeface="Poppins Medium" charset="0"/>
                <a:cs typeface="Poppins Medium" charset="0"/>
                <a:sym typeface="Poppins Medium" charset="0"/>
              </a:defRPr>
            </a:lvl6pPr>
            <a:lvl7pPr marL="914377" algn="l" defTabSz="825479" rtl="0" eaLnBrk="1" fontAlgn="base" latinLnBrk="1" hangingPunct="1">
              <a:lnSpc>
                <a:spcPct val="80000"/>
              </a:lnSpc>
              <a:spcBef>
                <a:spcPct val="0"/>
              </a:spcBef>
              <a:spcAft>
                <a:spcPct val="0"/>
              </a:spcAft>
              <a:defRPr sz="10000">
                <a:solidFill>
                  <a:srgbClr val="272D30"/>
                </a:solidFill>
                <a:latin typeface="Poppins Medium" charset="0"/>
                <a:ea typeface="Poppins Medium" charset="0"/>
                <a:cs typeface="Poppins Medium" charset="0"/>
                <a:sym typeface="Poppins Medium" charset="0"/>
              </a:defRPr>
            </a:lvl7pPr>
            <a:lvl8pPr marL="1371566" algn="l" defTabSz="825479" rtl="0" eaLnBrk="1" fontAlgn="base" latinLnBrk="1" hangingPunct="1">
              <a:lnSpc>
                <a:spcPct val="80000"/>
              </a:lnSpc>
              <a:spcBef>
                <a:spcPct val="0"/>
              </a:spcBef>
              <a:spcAft>
                <a:spcPct val="0"/>
              </a:spcAft>
              <a:defRPr sz="10000">
                <a:solidFill>
                  <a:srgbClr val="272D30"/>
                </a:solidFill>
                <a:latin typeface="Poppins Medium" charset="0"/>
                <a:ea typeface="Poppins Medium" charset="0"/>
                <a:cs typeface="Poppins Medium" charset="0"/>
                <a:sym typeface="Poppins Medium" charset="0"/>
              </a:defRPr>
            </a:lvl8pPr>
            <a:lvl9pPr marL="1828754" algn="l" defTabSz="825479" rtl="0" eaLnBrk="1" fontAlgn="base" latinLnBrk="1" hangingPunct="1">
              <a:lnSpc>
                <a:spcPct val="80000"/>
              </a:lnSpc>
              <a:spcBef>
                <a:spcPct val="0"/>
              </a:spcBef>
              <a:spcAft>
                <a:spcPct val="0"/>
              </a:spcAft>
              <a:defRPr sz="10000">
                <a:solidFill>
                  <a:srgbClr val="272D30"/>
                </a:solidFill>
                <a:latin typeface="Poppins Medium" charset="0"/>
                <a:ea typeface="Poppins Medium" charset="0"/>
                <a:cs typeface="Poppins Medium" charset="0"/>
                <a:sym typeface="Poppins Medium" charset="0"/>
              </a:defRPr>
            </a:lvl9pPr>
          </a:lstStyle>
          <a:p>
            <a:pPr marL="228600" indent="-228600">
              <a:buClr>
                <a:schemeClr val="accent3">
                  <a:lumMod val="75000"/>
                </a:schemeClr>
              </a:buClr>
              <a:buFont typeface="Wingdings" panose="05000000000000000000" pitchFamily="2" charset="2"/>
              <a:buChar char="l"/>
            </a:pPr>
            <a:r>
              <a:rPr lang="ko-KR" altLang="en-US" sz="1600" dirty="0">
                <a:solidFill>
                  <a:schemeClr val="tx1"/>
                </a:solidFill>
                <a:latin typeface="+mn-ea"/>
                <a:ea typeface="+mn-ea"/>
              </a:rPr>
              <a:t>장비 </a:t>
            </a:r>
            <a:r>
              <a:rPr lang="en-US" altLang="ko-KR" sz="1600" dirty="0">
                <a:solidFill>
                  <a:schemeClr val="tx1"/>
                </a:solidFill>
                <a:latin typeface="+mn-ea"/>
                <a:ea typeface="+mn-ea"/>
              </a:rPr>
              <a:t>EDA </a:t>
            </a:r>
            <a:r>
              <a:rPr lang="ko-KR" altLang="en-US" sz="1600" dirty="0">
                <a:solidFill>
                  <a:schemeClr val="tx1"/>
                </a:solidFill>
                <a:latin typeface="+mn-ea"/>
                <a:ea typeface="+mn-ea"/>
              </a:rPr>
              <a:t>통신간 이슈 모니터링 및 분석 과정 </a:t>
            </a:r>
            <a:r>
              <a:rPr lang="en-US" altLang="ko-KR" sz="1600" dirty="0">
                <a:solidFill>
                  <a:schemeClr val="tx1"/>
                </a:solidFill>
                <a:latin typeface="+mn-ea"/>
                <a:ea typeface="+mn-ea"/>
              </a:rPr>
              <a:t>(Manual)</a:t>
            </a:r>
            <a:endParaRPr lang="ko-KR" altLang="en-US" sz="1600" dirty="0">
              <a:solidFill>
                <a:schemeClr val="tx1"/>
              </a:solidFill>
              <a:latin typeface="+mn-ea"/>
              <a:ea typeface="+mn-ea"/>
            </a:endParaRP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9BF608CB-7434-72DB-C08E-306CC4C65656}"/>
              </a:ext>
            </a:extLst>
          </p:cNvPr>
          <p:cNvSpPr/>
          <p:nvPr/>
        </p:nvSpPr>
        <p:spPr bwMode="auto">
          <a:xfrm>
            <a:off x="515380" y="1893911"/>
            <a:ext cx="3040895" cy="522475"/>
          </a:xfrm>
          <a:prstGeom prst="rect">
            <a:avLst/>
          </a:prstGeom>
          <a:solidFill>
            <a:schemeClr val="bg1"/>
          </a:solidFill>
          <a:ln>
            <a:noFill/>
            <a:headEnd type="none" w="med" len="med"/>
            <a:tailEnd type="non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wrap="square" lIns="19050" tIns="19050" rIns="19050" bIns="19050" numCol="1" rtlCol="0" anchor="t" anchorCtr="0" compatLnSpc="1">
            <a:prstTxWarp prst="textNoShape">
              <a:avLst/>
            </a:prstTxWarp>
            <a:noAutofit/>
          </a:bodyPr>
          <a:lstStyle/>
          <a:p>
            <a:pPr marL="228600" indent="-228600" defTabSz="412750" fontAlgn="base" latinLnBrk="0" hangingPunct="0">
              <a:spcBef>
                <a:spcPct val="0"/>
              </a:spcBef>
              <a:spcAft>
                <a:spcPct val="0"/>
              </a:spcAft>
              <a:buFontTx/>
              <a:buAutoNum type="arabicPeriod"/>
            </a:pPr>
            <a:r>
              <a:rPr lang="en-US" altLang="ko-KR" sz="900" dirty="0">
                <a:solidFill>
                  <a:schemeClr val="tx1"/>
                </a:solidFill>
                <a:latin typeface="+mn-ea"/>
                <a:cs typeface="Poppins" charset="0"/>
                <a:sym typeface="Poppins" charset="0"/>
              </a:rPr>
              <a:t>Dashboard </a:t>
            </a:r>
            <a:r>
              <a:rPr lang="ko-KR" altLang="en-US" sz="900" dirty="0">
                <a:solidFill>
                  <a:schemeClr val="tx1"/>
                </a:solidFill>
                <a:latin typeface="+mn-ea"/>
                <a:cs typeface="Poppins" charset="0"/>
                <a:sym typeface="Poppins" charset="0"/>
              </a:rPr>
              <a:t>통한 실시간 시스템 이상 모니터링</a:t>
            </a:r>
            <a:endParaRPr lang="en-US" altLang="ko-KR" sz="900" dirty="0">
              <a:solidFill>
                <a:schemeClr val="tx1"/>
              </a:solidFill>
              <a:latin typeface="+mn-ea"/>
              <a:cs typeface="Poppins" charset="0"/>
              <a:sym typeface="Poppins" charset="0"/>
            </a:endParaRPr>
          </a:p>
          <a:p>
            <a:pPr defTabSz="412750" fontAlgn="base" latinLnBrk="0" hangingPunct="0">
              <a:spcBef>
                <a:spcPct val="0"/>
              </a:spcBef>
              <a:spcAft>
                <a:spcPct val="0"/>
              </a:spcAft>
            </a:pPr>
            <a:r>
              <a:rPr lang="en-US" altLang="ko-KR" sz="900" dirty="0">
                <a:solidFill>
                  <a:schemeClr val="tx1"/>
                </a:solidFill>
                <a:latin typeface="+mn-ea"/>
                <a:cs typeface="Poppins" charset="0"/>
                <a:sym typeface="Poppins" charset="0"/>
              </a:rPr>
              <a:t>  1.1. </a:t>
            </a:r>
            <a:r>
              <a:rPr lang="ko-KR" altLang="en-US" sz="900" dirty="0">
                <a:solidFill>
                  <a:schemeClr val="tx1"/>
                </a:solidFill>
                <a:latin typeface="+mn-ea"/>
                <a:cs typeface="Poppins" charset="0"/>
                <a:sym typeface="Poppins" charset="0"/>
              </a:rPr>
              <a:t>데이터 전송 중단 케이스 확인</a:t>
            </a:r>
            <a:endParaRPr lang="en-US" altLang="ko-KR" sz="900" dirty="0">
              <a:solidFill>
                <a:schemeClr val="tx1"/>
              </a:solidFill>
              <a:latin typeface="+mn-ea"/>
              <a:cs typeface="Poppins" charset="0"/>
              <a:sym typeface="Poppins" charset="0"/>
            </a:endParaRPr>
          </a:p>
          <a:p>
            <a:pPr defTabSz="412750" fontAlgn="base" latinLnBrk="0" hangingPunct="0">
              <a:spcBef>
                <a:spcPct val="0"/>
              </a:spcBef>
              <a:spcAft>
                <a:spcPct val="0"/>
              </a:spcAft>
            </a:pPr>
            <a:r>
              <a:rPr lang="en-US" altLang="ko-KR" sz="900" dirty="0">
                <a:solidFill>
                  <a:schemeClr val="tx1"/>
                </a:solidFill>
                <a:latin typeface="+mn-ea"/>
                <a:cs typeface="Poppins" charset="0"/>
                <a:sym typeface="Poppins" charset="0"/>
              </a:rPr>
              <a:t>  1.2. Show Abnormal Data </a:t>
            </a:r>
            <a:r>
              <a:rPr lang="ko-KR" altLang="en-US" sz="900" dirty="0">
                <a:solidFill>
                  <a:schemeClr val="tx1"/>
                </a:solidFill>
                <a:latin typeface="+mn-ea"/>
                <a:cs typeface="Poppins" charset="0"/>
                <a:sym typeface="Poppins" charset="0"/>
              </a:rPr>
              <a:t>선택 </a:t>
            </a:r>
            <a:r>
              <a:rPr lang="en-US" altLang="ko-KR" sz="900" dirty="0">
                <a:solidFill>
                  <a:schemeClr val="tx1"/>
                </a:solidFill>
                <a:latin typeface="+mn-ea"/>
                <a:cs typeface="Poppins" charset="0"/>
                <a:sym typeface="Wingdings" panose="05000000000000000000" pitchFamily="2" charset="2"/>
              </a:rPr>
              <a:t></a:t>
            </a:r>
            <a:r>
              <a:rPr lang="ko-KR" altLang="en-US" sz="900" dirty="0">
                <a:solidFill>
                  <a:schemeClr val="tx1"/>
                </a:solidFill>
                <a:latin typeface="+mn-ea"/>
                <a:cs typeface="Poppins" charset="0"/>
                <a:sym typeface="Poppins" charset="0"/>
              </a:rPr>
              <a:t> 상세 화면으로 이동</a:t>
            </a: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D29D4E20-86B5-0DFB-C72F-F8A60CD81C7F}"/>
              </a:ext>
            </a:extLst>
          </p:cNvPr>
          <p:cNvSpPr/>
          <p:nvPr/>
        </p:nvSpPr>
        <p:spPr bwMode="auto">
          <a:xfrm>
            <a:off x="3584000" y="1888472"/>
            <a:ext cx="2592287" cy="604425"/>
          </a:xfrm>
          <a:prstGeom prst="rect">
            <a:avLst/>
          </a:prstGeom>
          <a:ln>
            <a:noFill/>
            <a:headEnd type="none" w="med" len="med"/>
            <a:tailEnd type="non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wrap="square" lIns="19050" tIns="19050" rIns="19050" bIns="19050" numCol="1" rtlCol="0" anchor="t" anchorCtr="0" compatLnSpc="1">
            <a:prstTxWarp prst="textNoShape">
              <a:avLst/>
            </a:prstTxWarp>
            <a:noAutofit/>
          </a:bodyPr>
          <a:lstStyle/>
          <a:p>
            <a:pPr defTabSz="412750" fontAlgn="base" latinLnBrk="0" hangingPunct="0">
              <a:spcBef>
                <a:spcPct val="0"/>
              </a:spcBef>
              <a:spcAft>
                <a:spcPct val="0"/>
              </a:spcAft>
            </a:pPr>
            <a:r>
              <a:rPr lang="en-US" altLang="ko-KR" sz="900" dirty="0">
                <a:solidFill>
                  <a:schemeClr val="tx1"/>
                </a:solidFill>
                <a:latin typeface="+mn-ea"/>
                <a:cs typeface="Poppins" charset="0"/>
                <a:sym typeface="Poppins" charset="0"/>
              </a:rPr>
              <a:t>2. Data Transmission </a:t>
            </a:r>
            <a:r>
              <a:rPr lang="ko-KR" altLang="en-US" sz="900" dirty="0">
                <a:solidFill>
                  <a:schemeClr val="tx1"/>
                </a:solidFill>
                <a:latin typeface="+mn-ea"/>
                <a:cs typeface="Poppins" charset="0"/>
                <a:sym typeface="Poppins" charset="0"/>
              </a:rPr>
              <a:t>상세 화면 </a:t>
            </a:r>
            <a:r>
              <a:rPr lang="en-US" altLang="ko-KR" sz="900" dirty="0">
                <a:solidFill>
                  <a:schemeClr val="tx1"/>
                </a:solidFill>
                <a:latin typeface="+mn-ea"/>
                <a:cs typeface="Poppins" charset="0"/>
                <a:sym typeface="Wingdings" panose="05000000000000000000" pitchFamily="2" charset="2"/>
              </a:rPr>
              <a:t></a:t>
            </a:r>
            <a:r>
              <a:rPr lang="ko-KR" altLang="en-US" sz="900" dirty="0">
                <a:solidFill>
                  <a:schemeClr val="tx1"/>
                </a:solidFill>
                <a:latin typeface="+mn-ea"/>
                <a:cs typeface="Poppins" charset="0"/>
                <a:sym typeface="Poppins" charset="0"/>
              </a:rPr>
              <a:t> 비정상 목록 확인 </a:t>
            </a:r>
            <a:endParaRPr lang="en-US" altLang="ko-KR" sz="900" dirty="0">
              <a:solidFill>
                <a:schemeClr val="tx1"/>
              </a:solidFill>
              <a:latin typeface="+mn-ea"/>
              <a:cs typeface="Poppins" charset="0"/>
              <a:sym typeface="Poppins" charset="0"/>
            </a:endParaRPr>
          </a:p>
          <a:p>
            <a:pPr defTabSz="412750" fontAlgn="base" latinLnBrk="0" hangingPunct="0">
              <a:spcBef>
                <a:spcPct val="0"/>
              </a:spcBef>
              <a:spcAft>
                <a:spcPct val="0"/>
              </a:spcAft>
            </a:pPr>
            <a:r>
              <a:rPr lang="en-US" altLang="ko-KR" sz="900" dirty="0">
                <a:solidFill>
                  <a:schemeClr val="tx1"/>
                </a:solidFill>
                <a:latin typeface="+mn-ea"/>
                <a:cs typeface="Poppins" charset="0"/>
                <a:sym typeface="Poppins" charset="0"/>
              </a:rPr>
              <a:t>   2.1. </a:t>
            </a:r>
            <a:r>
              <a:rPr lang="ko-KR" altLang="en-US" sz="900" dirty="0">
                <a:solidFill>
                  <a:schemeClr val="tx1"/>
                </a:solidFill>
                <a:latin typeface="+mn-ea"/>
                <a:cs typeface="Poppins" charset="0"/>
                <a:sym typeface="Poppins" charset="0"/>
              </a:rPr>
              <a:t>특정 장비의 </a:t>
            </a:r>
            <a:r>
              <a:rPr lang="en-US" altLang="ko-KR" sz="900" dirty="0">
                <a:solidFill>
                  <a:schemeClr val="tx1"/>
                </a:solidFill>
                <a:latin typeface="+mn-ea"/>
                <a:cs typeface="Poppins" charset="0"/>
                <a:sym typeface="Poppins" charset="0"/>
              </a:rPr>
              <a:t>Abnormal </a:t>
            </a:r>
            <a:r>
              <a:rPr lang="ko-KR" altLang="en-US" sz="900" dirty="0">
                <a:solidFill>
                  <a:schemeClr val="tx1"/>
                </a:solidFill>
                <a:latin typeface="+mn-ea"/>
                <a:cs typeface="Poppins" charset="0"/>
                <a:sym typeface="Poppins" charset="0"/>
              </a:rPr>
              <a:t>상세 내용 확인</a:t>
            </a:r>
            <a:endParaRPr lang="en-US" altLang="ko-KR" sz="900" dirty="0">
              <a:solidFill>
                <a:schemeClr val="tx1"/>
              </a:solidFill>
              <a:latin typeface="+mn-ea"/>
              <a:cs typeface="Poppins" charset="0"/>
              <a:sym typeface="Poppins" charset="0"/>
            </a:endParaRPr>
          </a:p>
        </p:txBody>
      </p:sp>
      <p:pic>
        <p:nvPicPr>
          <p:cNvPr id="15" name="그림 14">
            <a:extLst>
              <a:ext uri="{FF2B5EF4-FFF2-40B4-BE49-F238E27FC236}">
                <a16:creationId xmlns:a16="http://schemas.microsoft.com/office/drawing/2014/main" id="{28BA78D1-E1F0-A49C-7DF3-2D1D813C8D7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56285" y="5255857"/>
            <a:ext cx="2595221" cy="1233483"/>
          </a:xfrm>
          <a:prstGeom prst="rect">
            <a:avLst/>
          </a:prstGeom>
          <a:ln>
            <a:solidFill>
              <a:schemeClr val="bg1"/>
            </a:solidFill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</p:pic>
      <p:sp>
        <p:nvSpPr>
          <p:cNvPr id="16" name="직사각형 15">
            <a:extLst>
              <a:ext uri="{FF2B5EF4-FFF2-40B4-BE49-F238E27FC236}">
                <a16:creationId xmlns:a16="http://schemas.microsoft.com/office/drawing/2014/main" id="{21037500-357A-BE39-81B0-912C27C0031D}"/>
              </a:ext>
            </a:extLst>
          </p:cNvPr>
          <p:cNvSpPr/>
          <p:nvPr/>
        </p:nvSpPr>
        <p:spPr bwMode="auto">
          <a:xfrm>
            <a:off x="6556285" y="5246911"/>
            <a:ext cx="1090777" cy="192360"/>
          </a:xfrm>
          <a:prstGeom prst="rect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wrap="square" lIns="19050" tIns="19050" rIns="19050" bIns="19050" numCol="1" rtlCol="0" anchor="ctr" anchorCtr="0" compatLnSpc="1">
            <a:prstTxWarp prst="textNoShape">
              <a:avLst/>
            </a:prstTxWarp>
            <a:spAutoFit/>
          </a:bodyPr>
          <a:lstStyle/>
          <a:p>
            <a:pPr defTabSz="412750" fontAlgn="base" latinLnBrk="0" hangingPunct="0">
              <a:spcBef>
                <a:spcPct val="0"/>
              </a:spcBef>
              <a:spcAft>
                <a:spcPct val="0"/>
              </a:spcAft>
            </a:pPr>
            <a:r>
              <a:rPr lang="en-US" altLang="ko-KR" sz="1000" dirty="0">
                <a:solidFill>
                  <a:schemeClr val="tx1"/>
                </a:solidFill>
                <a:latin typeface="+mn-ea"/>
                <a:cs typeface="Poppins" charset="0"/>
                <a:sym typeface="Poppins" charset="0"/>
              </a:rPr>
              <a:t>Abnormal History</a:t>
            </a:r>
            <a:endParaRPr lang="ko-KR" altLang="en-US" sz="1000" dirty="0">
              <a:solidFill>
                <a:schemeClr val="tx1"/>
              </a:solidFill>
              <a:latin typeface="+mn-ea"/>
              <a:cs typeface="Poppins" charset="0"/>
              <a:sym typeface="Poppins" charset="0"/>
            </a:endParaRPr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6A1CA333-E6E2-0878-202C-10FDCD180D0A}"/>
              </a:ext>
            </a:extLst>
          </p:cNvPr>
          <p:cNvSpPr/>
          <p:nvPr/>
        </p:nvSpPr>
        <p:spPr bwMode="auto">
          <a:xfrm>
            <a:off x="6556285" y="3703943"/>
            <a:ext cx="946995" cy="176972"/>
          </a:xfrm>
          <a:prstGeom prst="rect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wrap="square" lIns="19050" tIns="19050" rIns="19050" bIns="19050" numCol="1" rtlCol="0" anchor="ctr" anchorCtr="0" compatLnSpc="1">
            <a:prstTxWarp prst="textNoShape">
              <a:avLst/>
            </a:prstTxWarp>
            <a:spAutoFit/>
          </a:bodyPr>
          <a:lstStyle/>
          <a:p>
            <a:pPr defTabSz="412750" fontAlgn="base" latinLnBrk="0" hangingPunct="0">
              <a:spcBef>
                <a:spcPct val="0"/>
              </a:spcBef>
              <a:spcAft>
                <a:spcPct val="0"/>
              </a:spcAft>
            </a:pPr>
            <a:r>
              <a:rPr lang="en-US" altLang="ko-KR" sz="900" dirty="0">
                <a:solidFill>
                  <a:schemeClr val="tx1"/>
                </a:solidFill>
                <a:latin typeface="+mn-ea"/>
                <a:cs typeface="Poppins" charset="0"/>
                <a:sym typeface="Poppins" charset="0"/>
              </a:rPr>
              <a:t>Tracking Log</a:t>
            </a:r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C8045D2A-4264-AF07-CAD4-305548441124}"/>
              </a:ext>
            </a:extLst>
          </p:cNvPr>
          <p:cNvSpPr/>
          <p:nvPr/>
        </p:nvSpPr>
        <p:spPr bwMode="auto">
          <a:xfrm>
            <a:off x="6565378" y="2690830"/>
            <a:ext cx="1402830" cy="176972"/>
          </a:xfrm>
          <a:prstGeom prst="rect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wrap="square" lIns="19050" tIns="19050" rIns="19050" bIns="19050" numCol="1" rtlCol="0" anchor="ctr" anchorCtr="0" compatLnSpc="1">
            <a:prstTxWarp prst="textNoShape">
              <a:avLst/>
            </a:prstTxWarp>
            <a:spAutoFit/>
          </a:bodyPr>
          <a:lstStyle/>
          <a:p>
            <a:pPr defTabSz="412750" fontAlgn="base" latinLnBrk="0" hangingPunct="0">
              <a:spcBef>
                <a:spcPct val="0"/>
              </a:spcBef>
              <a:spcAft>
                <a:spcPct val="0"/>
              </a:spcAft>
            </a:pPr>
            <a:r>
              <a:rPr lang="en-US" altLang="ko-KR" sz="900" dirty="0">
                <a:solidFill>
                  <a:schemeClr val="tx1"/>
                </a:solidFill>
                <a:latin typeface="+mn-ea"/>
                <a:cs typeface="Poppins" charset="0"/>
                <a:sym typeface="Poppins" charset="0"/>
              </a:rPr>
              <a:t>Equipment Data Path</a:t>
            </a:r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93F17418-E591-6479-8215-AF018435F853}"/>
              </a:ext>
            </a:extLst>
          </p:cNvPr>
          <p:cNvSpPr/>
          <p:nvPr/>
        </p:nvSpPr>
        <p:spPr bwMode="auto">
          <a:xfrm>
            <a:off x="97411" y="2623339"/>
            <a:ext cx="980649" cy="176972"/>
          </a:xfrm>
          <a:prstGeom prst="rect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wrap="square" lIns="19050" tIns="19050" rIns="19050" bIns="19050" numCol="1" rtlCol="0" anchor="ctr" anchorCtr="0" compatLnSpc="1">
            <a:prstTxWarp prst="textNoShape">
              <a:avLst/>
            </a:prstTxWarp>
            <a:spAutoFit/>
          </a:bodyPr>
          <a:lstStyle/>
          <a:p>
            <a:pPr defTabSz="412750" fontAlgn="base" latinLnBrk="0" hangingPunct="0">
              <a:spcBef>
                <a:spcPct val="0"/>
              </a:spcBef>
              <a:spcAft>
                <a:spcPct val="0"/>
              </a:spcAft>
            </a:pPr>
            <a:r>
              <a:rPr lang="en-US" altLang="ko-KR" sz="900" dirty="0">
                <a:solidFill>
                  <a:schemeClr val="tx1"/>
                </a:solidFill>
                <a:latin typeface="+mn-ea"/>
                <a:cs typeface="Poppins" charset="0"/>
                <a:sym typeface="Poppins" charset="0"/>
              </a:rPr>
              <a:t>Dashboard</a:t>
            </a:r>
          </a:p>
        </p:txBody>
      </p:sp>
      <p:cxnSp>
        <p:nvCxnSpPr>
          <p:cNvPr id="21" name="연결선: 구부러짐 20">
            <a:extLst>
              <a:ext uri="{FF2B5EF4-FFF2-40B4-BE49-F238E27FC236}">
                <a16:creationId xmlns:a16="http://schemas.microsoft.com/office/drawing/2014/main" id="{B76E2AC4-27C2-98CE-32FD-50261BE1B934}"/>
              </a:ext>
            </a:extLst>
          </p:cNvPr>
          <p:cNvCxnSpPr>
            <a:cxnSpLocks/>
            <a:stCxn id="37" idx="3"/>
            <a:endCxn id="15" idx="1"/>
          </p:cNvCxnSpPr>
          <p:nvPr/>
        </p:nvCxnSpPr>
        <p:spPr bwMode="auto">
          <a:xfrm>
            <a:off x="6119610" y="4253558"/>
            <a:ext cx="436676" cy="1619041"/>
          </a:xfrm>
          <a:prstGeom prst="curvedConnector3">
            <a:avLst>
              <a:gd name="adj1" fmla="val 50000"/>
            </a:avLst>
          </a:prstGeom>
          <a:blipFill dpi="0" rotWithShape="0">
            <a:blip r:embed="rId4"/>
            <a:srcRect/>
            <a:tile tx="0" ty="0" sx="100000" sy="100000" flip="none" algn="tl"/>
          </a:blipFill>
          <a:ln w="12700" cap="flat" cmpd="sng" algn="ctr">
            <a:solidFill>
              <a:srgbClr val="FF0000"/>
            </a:solidFill>
            <a:prstDash val="dash"/>
            <a:miter lim="400000"/>
            <a:headEnd type="none" w="med" len="med"/>
            <a:tailEnd type="triangle"/>
          </a:ln>
          <a:effectLst>
            <a:outerShdw blurRad="25400" algn="ctr" rotWithShape="0">
              <a:srgbClr val="000000">
                <a:alpha val="50000"/>
              </a:srgbClr>
            </a:outerShdw>
          </a:effectLst>
        </p:spPr>
      </p:cxn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94F42D19-C9C9-2F82-47A3-9F7708031DFA}"/>
              </a:ext>
            </a:extLst>
          </p:cNvPr>
          <p:cNvSpPr/>
          <p:nvPr/>
        </p:nvSpPr>
        <p:spPr bwMode="auto">
          <a:xfrm>
            <a:off x="6521361" y="1877628"/>
            <a:ext cx="2923011" cy="615268"/>
          </a:xfrm>
          <a:prstGeom prst="rect">
            <a:avLst/>
          </a:prstGeom>
          <a:ln>
            <a:noFill/>
            <a:headEnd type="none" w="med" len="med"/>
            <a:tailEnd type="non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wrap="square" lIns="19050" tIns="19050" rIns="19050" bIns="19050" numCol="1" rtlCol="0" anchor="t" anchorCtr="0" compatLnSpc="1">
            <a:prstTxWarp prst="textNoShape">
              <a:avLst/>
            </a:prstTxWarp>
            <a:noAutofit/>
          </a:bodyPr>
          <a:lstStyle/>
          <a:p>
            <a:pPr defTabSz="412750" fontAlgn="base" latinLnBrk="0" hangingPunct="0">
              <a:spcBef>
                <a:spcPct val="0"/>
              </a:spcBef>
              <a:spcAft>
                <a:spcPct val="0"/>
              </a:spcAft>
            </a:pPr>
            <a:r>
              <a:rPr lang="en-US" altLang="ko-KR" sz="900" dirty="0">
                <a:solidFill>
                  <a:schemeClr val="tx1"/>
                </a:solidFill>
                <a:latin typeface="+mn-ea"/>
                <a:cs typeface="Poppins" charset="0"/>
                <a:sym typeface="Poppins" charset="0"/>
              </a:rPr>
              <a:t>3. </a:t>
            </a:r>
            <a:r>
              <a:rPr lang="ko-KR" altLang="en-US" sz="900" dirty="0">
                <a:solidFill>
                  <a:schemeClr val="tx1"/>
                </a:solidFill>
                <a:latin typeface="+mn-ea"/>
                <a:cs typeface="Poppins" charset="0"/>
                <a:sym typeface="Poppins" charset="0"/>
              </a:rPr>
              <a:t>상세 데이터 정보 분석</a:t>
            </a:r>
            <a:endParaRPr lang="en-US" altLang="ko-KR" sz="900" dirty="0">
              <a:solidFill>
                <a:schemeClr val="tx1"/>
              </a:solidFill>
              <a:latin typeface="+mn-ea"/>
              <a:cs typeface="Poppins" charset="0"/>
              <a:sym typeface="Poppins" charset="0"/>
            </a:endParaRPr>
          </a:p>
          <a:p>
            <a:pPr defTabSz="412750" fontAlgn="base" latinLnBrk="0" hangingPunct="0">
              <a:spcBef>
                <a:spcPct val="0"/>
              </a:spcBef>
              <a:spcAft>
                <a:spcPct val="0"/>
              </a:spcAft>
            </a:pPr>
            <a:r>
              <a:rPr lang="en-US" altLang="ko-KR" sz="900" dirty="0">
                <a:solidFill>
                  <a:schemeClr val="tx1"/>
                </a:solidFill>
                <a:latin typeface="+mn-ea"/>
                <a:cs typeface="Poppins" charset="0"/>
                <a:sym typeface="Poppins" charset="0"/>
              </a:rPr>
              <a:t>   3.1. ‘Equipment</a:t>
            </a:r>
            <a:r>
              <a:rPr lang="ko-KR" altLang="en-US" sz="900" dirty="0">
                <a:solidFill>
                  <a:schemeClr val="tx1"/>
                </a:solidFill>
                <a:latin typeface="+mn-ea"/>
                <a:cs typeface="Poppins" charset="0"/>
                <a:sym typeface="Poppins" charset="0"/>
              </a:rPr>
              <a:t> </a:t>
            </a:r>
            <a:r>
              <a:rPr lang="en-US" altLang="ko-KR" sz="900" dirty="0">
                <a:solidFill>
                  <a:schemeClr val="tx1"/>
                </a:solidFill>
                <a:latin typeface="+mn-ea"/>
                <a:cs typeface="Poppins" charset="0"/>
                <a:sym typeface="Poppins" charset="0"/>
              </a:rPr>
              <a:t>Data</a:t>
            </a:r>
            <a:r>
              <a:rPr lang="ko-KR" altLang="en-US" sz="900" dirty="0">
                <a:solidFill>
                  <a:schemeClr val="tx1"/>
                </a:solidFill>
                <a:latin typeface="+mn-ea"/>
                <a:cs typeface="Poppins" charset="0"/>
                <a:sym typeface="Poppins" charset="0"/>
              </a:rPr>
              <a:t> </a:t>
            </a:r>
            <a:r>
              <a:rPr lang="en-US" altLang="ko-KR" sz="900" dirty="0">
                <a:solidFill>
                  <a:schemeClr val="tx1"/>
                </a:solidFill>
                <a:latin typeface="+mn-ea"/>
                <a:cs typeface="Poppins" charset="0"/>
                <a:sym typeface="Poppins" charset="0"/>
              </a:rPr>
              <a:t>Path’ </a:t>
            </a:r>
            <a:r>
              <a:rPr lang="en-US" altLang="ko-KR" sz="900" dirty="0">
                <a:solidFill>
                  <a:schemeClr val="tx1"/>
                </a:solidFill>
                <a:latin typeface="+mn-ea"/>
                <a:cs typeface="Poppins" charset="0"/>
                <a:sym typeface="Wingdings" panose="05000000000000000000" pitchFamily="2" charset="2"/>
              </a:rPr>
              <a:t> </a:t>
            </a:r>
            <a:r>
              <a:rPr lang="ko-KR" altLang="en-US" sz="900" dirty="0">
                <a:solidFill>
                  <a:schemeClr val="tx1"/>
                </a:solidFill>
                <a:latin typeface="+mn-ea"/>
                <a:cs typeface="Poppins" charset="0"/>
                <a:sym typeface="Poppins" charset="0"/>
              </a:rPr>
              <a:t>데이터 경로 확인</a:t>
            </a:r>
            <a:endParaRPr lang="en-US" altLang="ko-KR" sz="900" dirty="0">
              <a:solidFill>
                <a:schemeClr val="tx1"/>
              </a:solidFill>
              <a:latin typeface="+mn-ea"/>
              <a:cs typeface="Poppins" charset="0"/>
              <a:sym typeface="Poppins" charset="0"/>
            </a:endParaRPr>
          </a:p>
          <a:p>
            <a:pPr defTabSz="412750" fontAlgn="base" latinLnBrk="0" hangingPunct="0">
              <a:spcBef>
                <a:spcPct val="0"/>
              </a:spcBef>
              <a:spcAft>
                <a:spcPct val="0"/>
              </a:spcAft>
            </a:pPr>
            <a:r>
              <a:rPr lang="en-US" altLang="ko-KR" sz="900" dirty="0">
                <a:solidFill>
                  <a:schemeClr val="tx1"/>
                </a:solidFill>
                <a:latin typeface="+mn-ea"/>
                <a:cs typeface="Poppins" charset="0"/>
                <a:sym typeface="Poppins" charset="0"/>
              </a:rPr>
              <a:t>   3.2. ‘</a:t>
            </a:r>
            <a:r>
              <a:rPr lang="en-US" altLang="ko-KR" sz="900" dirty="0" err="1">
                <a:solidFill>
                  <a:schemeClr val="tx1"/>
                </a:solidFill>
                <a:latin typeface="+mn-ea"/>
                <a:cs typeface="Poppins" charset="0"/>
                <a:sym typeface="Poppins" charset="0"/>
              </a:rPr>
              <a:t>Traking</a:t>
            </a:r>
            <a:r>
              <a:rPr lang="en-US" altLang="ko-KR" sz="900" dirty="0">
                <a:solidFill>
                  <a:schemeClr val="tx1"/>
                </a:solidFill>
                <a:latin typeface="+mn-ea"/>
                <a:cs typeface="Poppins" charset="0"/>
                <a:sym typeface="Poppins" charset="0"/>
              </a:rPr>
              <a:t> Log’ </a:t>
            </a:r>
            <a:r>
              <a:rPr lang="ko-KR" altLang="en-US" sz="900" dirty="0">
                <a:solidFill>
                  <a:schemeClr val="tx1"/>
                </a:solidFill>
                <a:latin typeface="+mn-ea"/>
                <a:cs typeface="Poppins" charset="0"/>
                <a:sym typeface="Poppins" charset="0"/>
              </a:rPr>
              <a:t> </a:t>
            </a:r>
            <a:r>
              <a:rPr lang="en-US" altLang="ko-KR" sz="900" dirty="0">
                <a:solidFill>
                  <a:schemeClr val="tx1"/>
                </a:solidFill>
                <a:latin typeface="+mn-ea"/>
                <a:cs typeface="Poppins" charset="0"/>
                <a:sym typeface="Wingdings" panose="05000000000000000000" pitchFamily="2" charset="2"/>
              </a:rPr>
              <a:t></a:t>
            </a:r>
            <a:r>
              <a:rPr lang="ko-KR" altLang="en-US" sz="900" dirty="0">
                <a:solidFill>
                  <a:schemeClr val="tx1"/>
                </a:solidFill>
                <a:latin typeface="+mn-ea"/>
                <a:cs typeface="Poppins" charset="0"/>
                <a:sym typeface="Poppins" charset="0"/>
              </a:rPr>
              <a:t> 전송 데이터 이력 확인</a:t>
            </a:r>
            <a:endParaRPr lang="en-US" altLang="ko-KR" sz="900" dirty="0">
              <a:solidFill>
                <a:schemeClr val="tx1"/>
              </a:solidFill>
              <a:latin typeface="+mn-ea"/>
              <a:cs typeface="Poppins" charset="0"/>
              <a:sym typeface="Poppins" charset="0"/>
            </a:endParaRPr>
          </a:p>
          <a:p>
            <a:pPr defTabSz="412750" fontAlgn="base" latinLnBrk="0" hangingPunct="0">
              <a:spcBef>
                <a:spcPct val="0"/>
              </a:spcBef>
              <a:spcAft>
                <a:spcPct val="0"/>
              </a:spcAft>
            </a:pPr>
            <a:r>
              <a:rPr lang="en-US" altLang="ko-KR" sz="900" dirty="0">
                <a:solidFill>
                  <a:schemeClr val="tx1"/>
                </a:solidFill>
                <a:latin typeface="+mn-ea"/>
                <a:cs typeface="Poppins" charset="0"/>
                <a:sym typeface="Poppins" charset="0"/>
              </a:rPr>
              <a:t>   3.3. ‘Abnormal History’ </a:t>
            </a:r>
            <a:r>
              <a:rPr lang="en-US" altLang="ko-KR" sz="900" dirty="0">
                <a:solidFill>
                  <a:schemeClr val="tx1"/>
                </a:solidFill>
                <a:latin typeface="+mn-ea"/>
                <a:cs typeface="Poppins" charset="0"/>
                <a:sym typeface="Wingdings" panose="05000000000000000000" pitchFamily="2" charset="2"/>
              </a:rPr>
              <a:t></a:t>
            </a:r>
            <a:r>
              <a:rPr lang="ko-KR" altLang="en-US" sz="900" dirty="0">
                <a:solidFill>
                  <a:schemeClr val="tx1"/>
                </a:solidFill>
                <a:latin typeface="+mn-ea"/>
                <a:cs typeface="Poppins" charset="0"/>
                <a:sym typeface="Poppins" charset="0"/>
              </a:rPr>
              <a:t> </a:t>
            </a:r>
            <a:r>
              <a:rPr lang="en-US" altLang="ko-KR" sz="900" dirty="0">
                <a:solidFill>
                  <a:schemeClr val="tx1"/>
                </a:solidFill>
                <a:latin typeface="+mn-ea"/>
                <a:cs typeface="Poppins" charset="0"/>
                <a:sym typeface="Poppins" charset="0"/>
              </a:rPr>
              <a:t>Abnormal </a:t>
            </a:r>
            <a:r>
              <a:rPr lang="ko-KR" altLang="en-US" sz="900" dirty="0">
                <a:solidFill>
                  <a:schemeClr val="tx1"/>
                </a:solidFill>
                <a:latin typeface="+mn-ea"/>
                <a:cs typeface="Poppins" charset="0"/>
                <a:sym typeface="Poppins" charset="0"/>
              </a:rPr>
              <a:t>이력 확인</a:t>
            </a:r>
            <a:endParaRPr lang="en-US" altLang="ko-KR" sz="900" dirty="0">
              <a:solidFill>
                <a:schemeClr val="tx1"/>
              </a:solidFill>
              <a:latin typeface="+mn-ea"/>
              <a:cs typeface="Poppins" charset="0"/>
              <a:sym typeface="Poppins" charset="0"/>
            </a:endParaRPr>
          </a:p>
        </p:txBody>
      </p:sp>
      <p:sp>
        <p:nvSpPr>
          <p:cNvPr id="23" name="화살표: 오각형 22">
            <a:extLst>
              <a:ext uri="{FF2B5EF4-FFF2-40B4-BE49-F238E27FC236}">
                <a16:creationId xmlns:a16="http://schemas.microsoft.com/office/drawing/2014/main" id="{4607E02D-F868-A827-CC10-087B3126D28C}"/>
              </a:ext>
            </a:extLst>
          </p:cNvPr>
          <p:cNvSpPr/>
          <p:nvPr/>
        </p:nvSpPr>
        <p:spPr bwMode="auto">
          <a:xfrm>
            <a:off x="515380" y="1463865"/>
            <a:ext cx="2647738" cy="346249"/>
          </a:xfrm>
          <a:prstGeom prst="homePlate">
            <a:avLst/>
          </a:prstGeom>
          <a:solidFill>
            <a:schemeClr val="accent3">
              <a:lumMod val="40000"/>
              <a:lumOff val="60000"/>
            </a:schemeClr>
          </a:solidFill>
          <a:ln w="12700" cap="flat" cmpd="sng" algn="ctr">
            <a:noFill/>
            <a:prstDash val="solid"/>
            <a:miter lim="400000"/>
            <a:headEnd type="none" w="med" len="med"/>
            <a:tailEnd type="none" w="med" len="med"/>
          </a:ln>
          <a:effectLst>
            <a:outerShdw blurRad="25400" algn="ctr" rotWithShape="0">
              <a:srgbClr val="000000">
                <a:alpha val="50000"/>
              </a:srgbClr>
            </a:outerShdw>
          </a:effectLst>
        </p:spPr>
        <p:txBody>
          <a:bodyPr vert="horz" wrap="square" lIns="19050" tIns="19050" rIns="19050" bIns="19050" numCol="1" rtlCol="0" anchor="ctr" anchorCtr="0" compatLnSpc="1">
            <a:prstTxWarp prst="textNoShape">
              <a:avLst/>
            </a:prstTxWarp>
            <a:noAutofit/>
          </a:bodyPr>
          <a:lstStyle/>
          <a:p>
            <a:pPr algn="ctr" defTabSz="412750" fontAlgn="base" latinLnBrk="0" hangingPunct="0">
              <a:spcBef>
                <a:spcPct val="0"/>
              </a:spcBef>
              <a:spcAft>
                <a:spcPct val="0"/>
              </a:spcAft>
            </a:pPr>
            <a:r>
              <a:rPr lang="en-US" altLang="ko-KR" sz="1400" b="1" dirty="0">
                <a:latin typeface="+mn-ea"/>
                <a:cs typeface="Poppins" charset="0"/>
                <a:sym typeface="Poppins" charset="0"/>
              </a:rPr>
              <a:t>1. </a:t>
            </a:r>
            <a:r>
              <a:rPr lang="ko-KR" altLang="en-US" sz="1400" b="1" dirty="0" err="1">
                <a:latin typeface="+mn-ea"/>
                <a:cs typeface="Poppins" charset="0"/>
                <a:sym typeface="Poppins" charset="0"/>
              </a:rPr>
              <a:t>모니티링</a:t>
            </a:r>
            <a:endParaRPr lang="ko-KR" altLang="en-US" sz="1400" b="1" dirty="0">
              <a:latin typeface="+mn-ea"/>
              <a:cs typeface="Poppins" charset="0"/>
              <a:sym typeface="Poppins" charset="0"/>
            </a:endParaRPr>
          </a:p>
        </p:txBody>
      </p:sp>
      <p:sp>
        <p:nvSpPr>
          <p:cNvPr id="24" name="화살표: 오각형 23">
            <a:extLst>
              <a:ext uri="{FF2B5EF4-FFF2-40B4-BE49-F238E27FC236}">
                <a16:creationId xmlns:a16="http://schemas.microsoft.com/office/drawing/2014/main" id="{BD3F798B-D139-79F6-8EFB-82F6CAB1817A}"/>
              </a:ext>
            </a:extLst>
          </p:cNvPr>
          <p:cNvSpPr/>
          <p:nvPr/>
        </p:nvSpPr>
        <p:spPr bwMode="auto">
          <a:xfrm>
            <a:off x="3556274" y="1456312"/>
            <a:ext cx="2647738" cy="346249"/>
          </a:xfrm>
          <a:prstGeom prst="homePlate">
            <a:avLst/>
          </a:prstGeom>
          <a:solidFill>
            <a:schemeClr val="accent3">
              <a:lumMod val="40000"/>
              <a:lumOff val="60000"/>
            </a:schemeClr>
          </a:solidFill>
          <a:ln w="12700" cap="flat" cmpd="sng" algn="ctr">
            <a:noFill/>
            <a:prstDash val="solid"/>
            <a:miter lim="400000"/>
            <a:headEnd type="none" w="med" len="med"/>
            <a:tailEnd type="none" w="med" len="med"/>
          </a:ln>
          <a:effectLst>
            <a:outerShdw blurRad="25400" algn="ctr" rotWithShape="0">
              <a:srgbClr val="000000">
                <a:alpha val="50000"/>
              </a:srgbClr>
            </a:outerShdw>
          </a:effectLst>
        </p:spPr>
        <p:txBody>
          <a:bodyPr vert="horz" wrap="square" lIns="19050" tIns="19050" rIns="19050" bIns="19050" numCol="1" rtlCol="0" anchor="ctr" anchorCtr="0" compatLnSpc="1">
            <a:prstTxWarp prst="textNoShape">
              <a:avLst/>
            </a:prstTxWarp>
            <a:noAutofit/>
          </a:bodyPr>
          <a:lstStyle/>
          <a:p>
            <a:pPr algn="ctr" defTabSz="412750" fontAlgn="base" latinLnBrk="0" hangingPunct="0">
              <a:spcBef>
                <a:spcPct val="0"/>
              </a:spcBef>
              <a:spcAft>
                <a:spcPct val="0"/>
              </a:spcAft>
            </a:pPr>
            <a:r>
              <a:rPr lang="en-US" altLang="ko-KR" sz="1400" b="1" dirty="0">
                <a:latin typeface="+mn-ea"/>
                <a:cs typeface="Poppins" charset="0"/>
                <a:sym typeface="Poppins" charset="0"/>
              </a:rPr>
              <a:t>2. </a:t>
            </a:r>
            <a:r>
              <a:rPr lang="ko-KR" altLang="en-US" sz="1400" b="1" dirty="0">
                <a:latin typeface="+mn-ea"/>
                <a:cs typeface="Poppins" charset="0"/>
                <a:sym typeface="Poppins" charset="0"/>
              </a:rPr>
              <a:t>이슈 대상 확인</a:t>
            </a:r>
          </a:p>
        </p:txBody>
      </p:sp>
      <p:sp>
        <p:nvSpPr>
          <p:cNvPr id="25" name="화살표: 오각형 24">
            <a:extLst>
              <a:ext uri="{FF2B5EF4-FFF2-40B4-BE49-F238E27FC236}">
                <a16:creationId xmlns:a16="http://schemas.microsoft.com/office/drawing/2014/main" id="{9176D684-A49E-66D8-4C8D-3F52E320E9BC}"/>
              </a:ext>
            </a:extLst>
          </p:cNvPr>
          <p:cNvSpPr/>
          <p:nvPr/>
        </p:nvSpPr>
        <p:spPr bwMode="auto">
          <a:xfrm>
            <a:off x="6528048" y="1448780"/>
            <a:ext cx="2647738" cy="346249"/>
          </a:xfrm>
          <a:prstGeom prst="homePlate">
            <a:avLst/>
          </a:prstGeom>
          <a:solidFill>
            <a:schemeClr val="accent3">
              <a:lumMod val="40000"/>
              <a:lumOff val="60000"/>
            </a:schemeClr>
          </a:solidFill>
          <a:ln w="12700" cap="flat" cmpd="sng" algn="ctr">
            <a:noFill/>
            <a:prstDash val="solid"/>
            <a:miter lim="400000"/>
            <a:headEnd type="none" w="med" len="med"/>
            <a:tailEnd type="none" w="med" len="med"/>
          </a:ln>
          <a:effectLst>
            <a:outerShdw blurRad="25400" algn="ctr" rotWithShape="0">
              <a:srgbClr val="000000">
                <a:alpha val="50000"/>
              </a:srgbClr>
            </a:outerShdw>
          </a:effectLst>
        </p:spPr>
        <p:txBody>
          <a:bodyPr vert="horz" wrap="square" lIns="19050" tIns="19050" rIns="19050" bIns="19050" numCol="1" rtlCol="0" anchor="ctr" anchorCtr="0" compatLnSpc="1">
            <a:prstTxWarp prst="textNoShape">
              <a:avLst/>
            </a:prstTxWarp>
            <a:noAutofit/>
          </a:bodyPr>
          <a:lstStyle/>
          <a:p>
            <a:pPr algn="ctr" defTabSz="412750" fontAlgn="base" latinLnBrk="0" hangingPunct="0">
              <a:spcBef>
                <a:spcPct val="0"/>
              </a:spcBef>
              <a:spcAft>
                <a:spcPct val="0"/>
              </a:spcAft>
            </a:pPr>
            <a:r>
              <a:rPr lang="en-US" altLang="ko-KR" sz="1400" b="1" dirty="0">
                <a:latin typeface="+mn-ea"/>
                <a:cs typeface="Poppins" charset="0"/>
                <a:sym typeface="Poppins" charset="0"/>
              </a:rPr>
              <a:t>3. </a:t>
            </a:r>
            <a:r>
              <a:rPr lang="ko-KR" altLang="en-US" sz="1400" b="1" dirty="0">
                <a:latin typeface="+mn-ea"/>
                <a:cs typeface="Poppins" charset="0"/>
                <a:sym typeface="Poppins" charset="0"/>
              </a:rPr>
              <a:t>상세 분석</a:t>
            </a:r>
          </a:p>
        </p:txBody>
      </p:sp>
      <p:sp>
        <p:nvSpPr>
          <p:cNvPr id="26" name="화살표: 오각형 25">
            <a:extLst>
              <a:ext uri="{FF2B5EF4-FFF2-40B4-BE49-F238E27FC236}">
                <a16:creationId xmlns:a16="http://schemas.microsoft.com/office/drawing/2014/main" id="{00145CAB-3A4F-4BC8-1F5F-ED7D2B6006C3}"/>
              </a:ext>
            </a:extLst>
          </p:cNvPr>
          <p:cNvSpPr/>
          <p:nvPr/>
        </p:nvSpPr>
        <p:spPr bwMode="auto">
          <a:xfrm>
            <a:off x="9460930" y="1456312"/>
            <a:ext cx="2647738" cy="338717"/>
          </a:xfrm>
          <a:prstGeom prst="homePlate">
            <a:avLst/>
          </a:prstGeom>
          <a:solidFill>
            <a:schemeClr val="accent3">
              <a:lumMod val="40000"/>
              <a:lumOff val="60000"/>
            </a:schemeClr>
          </a:solidFill>
          <a:ln w="12700" cap="flat" cmpd="sng" algn="ctr">
            <a:noFill/>
            <a:prstDash val="solid"/>
            <a:miter lim="400000"/>
            <a:headEnd type="none" w="med" len="med"/>
            <a:tailEnd type="none" w="med" len="med"/>
          </a:ln>
          <a:effectLst>
            <a:outerShdw blurRad="25400" algn="ctr" rotWithShape="0">
              <a:srgbClr val="000000">
                <a:alpha val="50000"/>
              </a:srgbClr>
            </a:outerShdw>
          </a:effectLst>
        </p:spPr>
        <p:txBody>
          <a:bodyPr vert="horz" wrap="square" lIns="19050" tIns="19050" rIns="19050" bIns="19050" numCol="1" rtlCol="0" anchor="ctr" anchorCtr="0" compatLnSpc="1">
            <a:prstTxWarp prst="textNoShape">
              <a:avLst/>
            </a:prstTxWarp>
            <a:noAutofit/>
          </a:bodyPr>
          <a:lstStyle/>
          <a:p>
            <a:pPr algn="ctr" defTabSz="412750" fontAlgn="base" latinLnBrk="0" hangingPunct="0">
              <a:spcBef>
                <a:spcPct val="0"/>
              </a:spcBef>
              <a:spcAft>
                <a:spcPct val="0"/>
              </a:spcAft>
            </a:pPr>
            <a:r>
              <a:rPr lang="en-US" altLang="ko-KR" sz="1400" b="1" dirty="0">
                <a:latin typeface="+mn-ea"/>
                <a:cs typeface="Poppins" charset="0"/>
                <a:sym typeface="Poppins" charset="0"/>
              </a:rPr>
              <a:t>4. </a:t>
            </a:r>
            <a:r>
              <a:rPr lang="ko-KR" altLang="en-US" sz="1400" b="1" dirty="0">
                <a:latin typeface="+mn-ea"/>
                <a:cs typeface="Poppins" charset="0"/>
                <a:sym typeface="Poppins" charset="0"/>
              </a:rPr>
              <a:t>조치</a:t>
            </a:r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D99DAF38-5413-BE9F-4413-C40B5EB5154E}"/>
              </a:ext>
            </a:extLst>
          </p:cNvPr>
          <p:cNvSpPr/>
          <p:nvPr/>
        </p:nvSpPr>
        <p:spPr bwMode="auto">
          <a:xfrm>
            <a:off x="9460930" y="1888472"/>
            <a:ext cx="2526967" cy="723280"/>
          </a:xfrm>
          <a:prstGeom prst="rect">
            <a:avLst/>
          </a:prstGeom>
          <a:ln>
            <a:noFill/>
            <a:headEnd type="none" w="med" len="med"/>
            <a:tailEnd type="non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wrap="square" lIns="19050" tIns="19050" rIns="19050" bIns="19050" numCol="1" rtlCol="0" anchor="t" anchorCtr="0" compatLnSpc="1">
            <a:prstTxWarp prst="textNoShape">
              <a:avLst/>
            </a:prstTxWarp>
            <a:noAutofit/>
          </a:bodyPr>
          <a:lstStyle/>
          <a:p>
            <a:pPr defTabSz="412750" fontAlgn="base" latinLnBrk="0" hangingPunct="0">
              <a:spcBef>
                <a:spcPct val="0"/>
              </a:spcBef>
              <a:spcAft>
                <a:spcPct val="0"/>
              </a:spcAft>
            </a:pPr>
            <a:r>
              <a:rPr lang="en-US" altLang="ko-KR" sz="900" dirty="0">
                <a:solidFill>
                  <a:schemeClr val="tx1"/>
                </a:solidFill>
                <a:latin typeface="+mn-ea"/>
                <a:cs typeface="Poppins" charset="0"/>
                <a:sym typeface="Poppins" charset="0"/>
              </a:rPr>
              <a:t>4. </a:t>
            </a:r>
            <a:r>
              <a:rPr lang="ko-KR" altLang="en-US" sz="900" dirty="0">
                <a:solidFill>
                  <a:schemeClr val="tx1"/>
                </a:solidFill>
                <a:latin typeface="+mn-ea"/>
                <a:cs typeface="Poppins" charset="0"/>
                <a:sym typeface="Poppins" charset="0"/>
              </a:rPr>
              <a:t>상세 분석을 통해 상황에 맞는 조치 프로세스 수행</a:t>
            </a:r>
            <a:endParaRPr lang="en-US" altLang="ko-KR" sz="900" dirty="0">
              <a:solidFill>
                <a:schemeClr val="tx1"/>
              </a:solidFill>
              <a:latin typeface="+mn-ea"/>
              <a:cs typeface="Poppins" charset="0"/>
              <a:sym typeface="Poppins" charset="0"/>
            </a:endParaRPr>
          </a:p>
          <a:p>
            <a:pPr eaLnBrk="1"/>
            <a:r>
              <a:rPr lang="en-US" altLang="ko-KR" sz="900" dirty="0">
                <a:solidFill>
                  <a:schemeClr val="tx1"/>
                </a:solidFill>
                <a:latin typeface="+mn-ea"/>
                <a:cs typeface="Poppins" charset="0"/>
                <a:sym typeface="Poppins" charset="0"/>
              </a:rPr>
              <a:t>  4.1. Data Transmission Status</a:t>
            </a:r>
            <a:r>
              <a:rPr lang="ko-KR" altLang="en-US" sz="900" dirty="0">
                <a:solidFill>
                  <a:schemeClr val="tx1"/>
                </a:solidFill>
                <a:latin typeface="+mn-ea"/>
                <a:cs typeface="Poppins" charset="0"/>
                <a:sym typeface="Poppins" charset="0"/>
              </a:rPr>
              <a:t> 화면에서 </a:t>
            </a:r>
            <a:r>
              <a:rPr lang="en-US" altLang="ko-KR" sz="900" dirty="0">
                <a:solidFill>
                  <a:schemeClr val="tx1"/>
                </a:solidFill>
                <a:latin typeface="+mn-ea"/>
                <a:cs typeface="Poppins" charset="0"/>
                <a:sym typeface="Poppins" charset="0"/>
              </a:rPr>
              <a:t>DCP </a:t>
            </a:r>
            <a:r>
              <a:rPr lang="ko-KR" altLang="en-US" sz="900" dirty="0" err="1">
                <a:solidFill>
                  <a:schemeClr val="tx1"/>
                </a:solidFill>
                <a:latin typeface="+mn-ea"/>
                <a:cs typeface="Poppins" charset="0"/>
                <a:sym typeface="Poppins" charset="0"/>
              </a:rPr>
              <a:t>재활성</a:t>
            </a:r>
            <a:r>
              <a:rPr lang="ko-KR" altLang="en-US" sz="900" dirty="0">
                <a:solidFill>
                  <a:schemeClr val="tx1"/>
                </a:solidFill>
                <a:latin typeface="+mn-ea"/>
                <a:cs typeface="Poppins" charset="0"/>
                <a:sym typeface="Poppins" charset="0"/>
              </a:rPr>
              <a:t> 및 </a:t>
            </a:r>
            <a:r>
              <a:rPr lang="en-US" altLang="ko-KR" sz="900" dirty="0">
                <a:solidFill>
                  <a:schemeClr val="tx1"/>
                </a:solidFill>
                <a:latin typeface="+mn-ea"/>
                <a:cs typeface="Poppins" charset="0"/>
                <a:sym typeface="Poppins" charset="0"/>
              </a:rPr>
              <a:t>Session Recovery </a:t>
            </a:r>
            <a:r>
              <a:rPr lang="ko-KR" altLang="en-US" sz="900" dirty="0">
                <a:solidFill>
                  <a:schemeClr val="tx1"/>
                </a:solidFill>
                <a:latin typeface="+mn-ea"/>
                <a:cs typeface="Poppins" charset="0"/>
                <a:sym typeface="Poppins" charset="0"/>
              </a:rPr>
              <a:t>등을 통해 이슈 대상 조치</a:t>
            </a:r>
            <a:r>
              <a:rPr lang="en-US" altLang="ko-KR" sz="900" dirty="0">
                <a:solidFill>
                  <a:schemeClr val="tx1"/>
                </a:solidFill>
                <a:latin typeface="+mn-ea"/>
                <a:cs typeface="Poppins" charset="0"/>
                <a:sym typeface="Poppins" charset="0"/>
              </a:rPr>
              <a:t>.</a:t>
            </a:r>
          </a:p>
          <a:p>
            <a:pPr defTabSz="412750" fontAlgn="base" latinLnBrk="0" hangingPunct="0">
              <a:spcBef>
                <a:spcPct val="0"/>
              </a:spcBef>
              <a:spcAft>
                <a:spcPct val="0"/>
              </a:spcAft>
            </a:pPr>
            <a:r>
              <a:rPr lang="en-US" altLang="ko-KR" sz="900" dirty="0">
                <a:solidFill>
                  <a:schemeClr val="tx1"/>
                </a:solidFill>
                <a:latin typeface="+mn-ea"/>
                <a:cs typeface="Poppins" charset="0"/>
                <a:sym typeface="Poppins" charset="0"/>
              </a:rPr>
              <a:t>   </a:t>
            </a:r>
          </a:p>
        </p:txBody>
      </p:sp>
      <p:pic>
        <p:nvPicPr>
          <p:cNvPr id="28" name="그림 27">
            <a:extLst>
              <a:ext uri="{FF2B5EF4-FFF2-40B4-BE49-F238E27FC236}">
                <a16:creationId xmlns:a16="http://schemas.microsoft.com/office/drawing/2014/main" id="{A4B4EE39-9325-7C75-7E15-692A79A4CA8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444372" y="3231989"/>
            <a:ext cx="2526554" cy="1789820"/>
          </a:xfrm>
          <a:prstGeom prst="rect">
            <a:avLst/>
          </a:prstGeom>
          <a:ln>
            <a:solidFill>
              <a:schemeClr val="bg1"/>
            </a:solidFill>
          </a:ln>
        </p:spPr>
      </p:pic>
      <p:sp>
        <p:nvSpPr>
          <p:cNvPr id="29" name="직사각형 28">
            <a:extLst>
              <a:ext uri="{FF2B5EF4-FFF2-40B4-BE49-F238E27FC236}">
                <a16:creationId xmlns:a16="http://schemas.microsoft.com/office/drawing/2014/main" id="{6D09CD48-DA77-EA99-951F-4ABD421FF3E8}"/>
              </a:ext>
            </a:extLst>
          </p:cNvPr>
          <p:cNvSpPr/>
          <p:nvPr/>
        </p:nvSpPr>
        <p:spPr bwMode="auto">
          <a:xfrm>
            <a:off x="10992544" y="3392996"/>
            <a:ext cx="645512" cy="23627"/>
          </a:xfrm>
          <a:prstGeom prst="rect">
            <a:avLst/>
          </a:prstGeom>
          <a:noFill/>
          <a:ln w="12700" cap="flat" cmpd="sng" algn="ctr">
            <a:solidFill>
              <a:srgbClr val="C00000"/>
            </a:solidFill>
            <a:prstDash val="solid"/>
            <a:miter lim="400000"/>
            <a:headEnd type="none" w="med" len="med"/>
            <a:tailEnd type="none" w="med" len="med"/>
          </a:ln>
          <a:effectLst>
            <a:outerShdw blurRad="25400" algn="ctr" rotWithShape="0">
              <a:srgbClr val="000000">
                <a:alpha val="50000"/>
              </a:srgbClr>
            </a:outerShdw>
          </a:effectLst>
        </p:spPr>
        <p:txBody>
          <a:bodyPr vert="horz" wrap="square" lIns="19050" tIns="19050" rIns="19050" bIns="19050" numCol="1" rtlCol="0" anchor="ctr" anchorCtr="0" compatLnSpc="1">
            <a:prstTxWarp prst="textNoShape">
              <a:avLst/>
            </a:prstTxWarp>
            <a:noAutofit/>
          </a:bodyPr>
          <a:lstStyle/>
          <a:p>
            <a:pPr defTabSz="412750" fontAlgn="base" latinLnBrk="0" hangingPunct="0">
              <a:spcBef>
                <a:spcPct val="0"/>
              </a:spcBef>
              <a:spcAft>
                <a:spcPct val="0"/>
              </a:spcAft>
            </a:pPr>
            <a:endParaRPr lang="ko-KR" altLang="en-US" sz="1000">
              <a:latin typeface="Poppins" charset="0"/>
              <a:ea typeface="Poppins" charset="0"/>
              <a:cs typeface="Poppins" charset="0"/>
              <a:sym typeface="Poppins" charset="0"/>
            </a:endParaRPr>
          </a:p>
        </p:txBody>
      </p:sp>
      <p:sp>
        <p:nvSpPr>
          <p:cNvPr id="30" name="직사각형 29">
            <a:extLst>
              <a:ext uri="{FF2B5EF4-FFF2-40B4-BE49-F238E27FC236}">
                <a16:creationId xmlns:a16="http://schemas.microsoft.com/office/drawing/2014/main" id="{DF9983CB-9D2B-1A0A-D81D-4DBB6DB63501}"/>
              </a:ext>
            </a:extLst>
          </p:cNvPr>
          <p:cNvSpPr/>
          <p:nvPr/>
        </p:nvSpPr>
        <p:spPr bwMode="auto">
          <a:xfrm>
            <a:off x="9444372" y="3197362"/>
            <a:ext cx="1556654" cy="176972"/>
          </a:xfrm>
          <a:prstGeom prst="rect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wrap="square" lIns="19050" tIns="19050" rIns="19050" bIns="19050" numCol="1" rtlCol="0" anchor="ctr" anchorCtr="0" compatLnSpc="1">
            <a:prstTxWarp prst="textNoShape">
              <a:avLst/>
            </a:prstTxWarp>
            <a:spAutoFit/>
          </a:bodyPr>
          <a:lstStyle/>
          <a:p>
            <a:pPr defTabSz="412750" fontAlgn="base" latinLnBrk="0" hangingPunct="0">
              <a:spcBef>
                <a:spcPct val="0"/>
              </a:spcBef>
              <a:spcAft>
                <a:spcPct val="0"/>
              </a:spcAft>
            </a:pPr>
            <a:r>
              <a:rPr lang="en-US" altLang="ko-KR" sz="900" dirty="0">
                <a:solidFill>
                  <a:schemeClr val="tx1"/>
                </a:solidFill>
                <a:latin typeface="+mn-ea"/>
                <a:cs typeface="Poppins" charset="0"/>
                <a:sym typeface="Poppins" charset="0"/>
              </a:rPr>
              <a:t>Data Transmission Status</a:t>
            </a:r>
          </a:p>
        </p:txBody>
      </p:sp>
      <p:pic>
        <p:nvPicPr>
          <p:cNvPr id="37" name="그림 36">
            <a:extLst>
              <a:ext uri="{FF2B5EF4-FFF2-40B4-BE49-F238E27FC236}">
                <a16:creationId xmlns:a16="http://schemas.microsoft.com/office/drawing/2014/main" id="{FEA8B363-2D87-521A-0A0F-003D4BCDA9D6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882826" y="3473463"/>
            <a:ext cx="2236784" cy="1560190"/>
          </a:xfrm>
          <a:prstGeom prst="rect">
            <a:avLst/>
          </a:prstGeom>
          <a:ln>
            <a:solidFill>
              <a:schemeClr val="bg1"/>
            </a:solidFill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</p:pic>
      <p:sp>
        <p:nvSpPr>
          <p:cNvPr id="39" name="직사각형 38">
            <a:extLst>
              <a:ext uri="{FF2B5EF4-FFF2-40B4-BE49-F238E27FC236}">
                <a16:creationId xmlns:a16="http://schemas.microsoft.com/office/drawing/2014/main" id="{3197A0BB-8E6A-DA1C-B260-8F59CBC42B27}"/>
              </a:ext>
            </a:extLst>
          </p:cNvPr>
          <p:cNvSpPr/>
          <p:nvPr/>
        </p:nvSpPr>
        <p:spPr bwMode="auto">
          <a:xfrm>
            <a:off x="3855037" y="3466294"/>
            <a:ext cx="1764196" cy="176972"/>
          </a:xfrm>
          <a:prstGeom prst="rect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wrap="square" lIns="19050" tIns="19050" rIns="19050" bIns="19050" numCol="1" rtlCol="0" anchor="ctr" anchorCtr="0" compatLnSpc="1">
            <a:prstTxWarp prst="textNoShape">
              <a:avLst/>
            </a:prstTxWarp>
            <a:spAutoFit/>
          </a:bodyPr>
          <a:lstStyle/>
          <a:p>
            <a:pPr defTabSz="412750" fontAlgn="base" latinLnBrk="0" hangingPunct="0">
              <a:spcBef>
                <a:spcPct val="0"/>
              </a:spcBef>
              <a:spcAft>
                <a:spcPct val="0"/>
              </a:spcAft>
            </a:pPr>
            <a:r>
              <a:rPr lang="en-US" altLang="ko-KR" sz="900" dirty="0">
                <a:solidFill>
                  <a:schemeClr val="tx1"/>
                </a:solidFill>
                <a:latin typeface="+mn-ea"/>
                <a:cs typeface="Poppins" charset="0"/>
                <a:sym typeface="Poppins" charset="0"/>
              </a:rPr>
              <a:t>Data Transmission Status</a:t>
            </a:r>
          </a:p>
        </p:txBody>
      </p:sp>
      <p:sp>
        <p:nvSpPr>
          <p:cNvPr id="60" name="직사각형 59">
            <a:extLst>
              <a:ext uri="{FF2B5EF4-FFF2-40B4-BE49-F238E27FC236}">
                <a16:creationId xmlns:a16="http://schemas.microsoft.com/office/drawing/2014/main" id="{F5BB64CF-21F8-D890-F33F-A0EBEEBFC07E}"/>
              </a:ext>
            </a:extLst>
          </p:cNvPr>
          <p:cNvSpPr/>
          <p:nvPr/>
        </p:nvSpPr>
        <p:spPr bwMode="auto">
          <a:xfrm>
            <a:off x="3556274" y="5033488"/>
            <a:ext cx="1279587" cy="915792"/>
          </a:xfrm>
          <a:prstGeom prst="rect">
            <a:avLst/>
          </a:prstGeom>
          <a:noFill/>
          <a:ln w="12700" cap="flat" cmpd="sng" algn="ctr">
            <a:solidFill>
              <a:srgbClr val="FF0000"/>
            </a:solidFill>
            <a:prstDash val="solid"/>
            <a:miter lim="400000"/>
            <a:headEnd type="none" w="med" len="med"/>
            <a:tailEnd type="none" w="med" len="med"/>
          </a:ln>
          <a:effectLst>
            <a:outerShdw blurRad="25400" algn="ctr" rotWithShape="0">
              <a:srgbClr val="000000">
                <a:alpha val="50000"/>
              </a:srgbClr>
            </a:outerShdw>
          </a:effectLst>
        </p:spPr>
        <p:txBody>
          <a:bodyPr vert="horz" wrap="none" lIns="19050" tIns="19050" rIns="19050" bIns="19050" numCol="1" rtlCol="0" anchor="ctr" anchorCtr="0" compatLnSpc="1">
            <a:prstTxWarp prst="textNoShape">
              <a:avLst/>
            </a:prstTxWarp>
            <a:noAutofit/>
          </a:bodyPr>
          <a:lstStyle/>
          <a:p>
            <a:pPr defTabSz="412750" fontAlgn="base" latinLnBrk="0" hangingPunct="0">
              <a:spcBef>
                <a:spcPct val="0"/>
              </a:spcBef>
              <a:spcAft>
                <a:spcPct val="0"/>
              </a:spcAft>
            </a:pPr>
            <a:endParaRPr lang="ko-KR" altLang="en-US" sz="1000">
              <a:latin typeface="Poppins" charset="0"/>
              <a:ea typeface="Poppins" charset="0"/>
              <a:cs typeface="Poppins" charset="0"/>
              <a:sym typeface="Poppins" charset="0"/>
            </a:endParaRPr>
          </a:p>
        </p:txBody>
      </p:sp>
      <p:cxnSp>
        <p:nvCxnSpPr>
          <p:cNvPr id="65" name="연결선: 구부러짐 64">
            <a:extLst>
              <a:ext uri="{FF2B5EF4-FFF2-40B4-BE49-F238E27FC236}">
                <a16:creationId xmlns:a16="http://schemas.microsoft.com/office/drawing/2014/main" id="{70C63AD2-D510-1D71-BB21-EE148FF9578B}"/>
              </a:ext>
            </a:extLst>
          </p:cNvPr>
          <p:cNvCxnSpPr>
            <a:cxnSpLocks/>
            <a:stCxn id="60" idx="1"/>
            <a:endCxn id="37" idx="1"/>
          </p:cNvCxnSpPr>
          <p:nvPr/>
        </p:nvCxnSpPr>
        <p:spPr bwMode="auto">
          <a:xfrm rot="10800000" flipH="1">
            <a:off x="3556273" y="4253558"/>
            <a:ext cx="326553" cy="1237827"/>
          </a:xfrm>
          <a:prstGeom prst="curvedConnector3">
            <a:avLst>
              <a:gd name="adj1" fmla="val -35002"/>
            </a:avLst>
          </a:prstGeom>
          <a:blipFill dpi="0" rotWithShape="0">
            <a:blip r:embed="rId4"/>
            <a:srcRect/>
            <a:tile tx="0" ty="0" sx="100000" sy="100000" flip="none" algn="tl"/>
          </a:blipFill>
          <a:ln w="12700" cap="flat" cmpd="sng" algn="ctr">
            <a:solidFill>
              <a:srgbClr val="FF0000"/>
            </a:solidFill>
            <a:prstDash val="dash"/>
            <a:miter lim="400000"/>
            <a:headEnd type="none" w="med" len="med"/>
            <a:tailEnd type="triangle"/>
          </a:ln>
          <a:effectLst>
            <a:outerShdw blurRad="25400" algn="ctr" rotWithShape="0">
              <a:srgbClr val="000000">
                <a:alpha val="50000"/>
              </a:srgbClr>
            </a:outerShdw>
          </a:effectLst>
        </p:spPr>
      </p:cxnSp>
    </p:spTree>
    <p:extLst>
      <p:ext uri="{BB962C8B-B14F-4D97-AF65-F5344CB8AC3E}">
        <p14:creationId xmlns:p14="http://schemas.microsoft.com/office/powerpoint/2010/main" val="401076382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직사각형 95">
            <a:extLst>
              <a:ext uri="{FF2B5EF4-FFF2-40B4-BE49-F238E27FC236}">
                <a16:creationId xmlns:a16="http://schemas.microsoft.com/office/drawing/2014/main" id="{79B4C0DD-3070-49A1-82D1-B7C204EC4F65}"/>
              </a:ext>
            </a:extLst>
          </p:cNvPr>
          <p:cNvSpPr/>
          <p:nvPr/>
        </p:nvSpPr>
        <p:spPr>
          <a:xfrm>
            <a:off x="551384" y="1348179"/>
            <a:ext cx="5364596" cy="4853130"/>
          </a:xfrm>
          <a:prstGeom prst="rect">
            <a:avLst/>
          </a:prstGeom>
          <a:solidFill>
            <a:schemeClr val="bg1"/>
          </a:solidFill>
          <a:ln w="101600">
            <a:solidFill>
              <a:srgbClr val="EAE9EA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>
            <a:noAutofit/>
          </a:bodyPr>
          <a:lstStyle>
            <a:defPPr>
              <a:defRPr lang="en-US"/>
            </a:defPPr>
            <a:lvl1pPr algn="l" defTabSz="825500" rtl="0" eaLnBrk="0" fontAlgn="base" hangingPunct="0">
              <a:spcBef>
                <a:spcPct val="0"/>
              </a:spcBef>
              <a:spcAft>
                <a:spcPct val="0"/>
              </a:spcAft>
              <a:defRPr sz="2000" kern="1200">
                <a:solidFill>
                  <a:schemeClr val="lt1"/>
                </a:solidFill>
                <a:latin typeface="+mn-lt"/>
                <a:ea typeface="+mn-ea"/>
                <a:cs typeface="+mn-cs"/>
                <a:sym typeface="Poppins"/>
              </a:defRPr>
            </a:lvl1pPr>
            <a:lvl2pPr marL="457200" indent="-228600" algn="l" defTabSz="825500" rtl="0" eaLnBrk="0" fontAlgn="base" hangingPunct="0">
              <a:spcBef>
                <a:spcPct val="0"/>
              </a:spcBef>
              <a:spcAft>
                <a:spcPct val="0"/>
              </a:spcAft>
              <a:defRPr sz="2000" kern="1200">
                <a:solidFill>
                  <a:schemeClr val="lt1"/>
                </a:solidFill>
                <a:latin typeface="+mn-lt"/>
                <a:ea typeface="+mn-ea"/>
                <a:cs typeface="+mn-cs"/>
                <a:sym typeface="Poppins"/>
              </a:defRPr>
            </a:lvl2pPr>
            <a:lvl3pPr marL="914400" indent="-457200" algn="l" defTabSz="825500" rtl="0" eaLnBrk="0" fontAlgn="base" hangingPunct="0">
              <a:spcBef>
                <a:spcPct val="0"/>
              </a:spcBef>
              <a:spcAft>
                <a:spcPct val="0"/>
              </a:spcAft>
              <a:defRPr sz="2000" kern="1200">
                <a:solidFill>
                  <a:schemeClr val="lt1"/>
                </a:solidFill>
                <a:latin typeface="+mn-lt"/>
                <a:ea typeface="+mn-ea"/>
                <a:cs typeface="+mn-cs"/>
                <a:sym typeface="Poppins"/>
              </a:defRPr>
            </a:lvl3pPr>
            <a:lvl4pPr marL="1371600" indent="-685800" algn="l" defTabSz="825500" rtl="0" eaLnBrk="0" fontAlgn="base" hangingPunct="0">
              <a:spcBef>
                <a:spcPct val="0"/>
              </a:spcBef>
              <a:spcAft>
                <a:spcPct val="0"/>
              </a:spcAft>
              <a:defRPr sz="2000" kern="1200">
                <a:solidFill>
                  <a:schemeClr val="lt1"/>
                </a:solidFill>
                <a:latin typeface="+mn-lt"/>
                <a:ea typeface="+mn-ea"/>
                <a:cs typeface="+mn-cs"/>
                <a:sym typeface="Poppins"/>
              </a:defRPr>
            </a:lvl4pPr>
            <a:lvl5pPr marL="1828800" indent="-914400" algn="l" defTabSz="825500" rtl="0" eaLnBrk="0" fontAlgn="base" hangingPunct="0">
              <a:spcBef>
                <a:spcPct val="0"/>
              </a:spcBef>
              <a:spcAft>
                <a:spcPct val="0"/>
              </a:spcAft>
              <a:defRPr sz="2000" kern="1200">
                <a:solidFill>
                  <a:schemeClr val="lt1"/>
                </a:solidFill>
                <a:latin typeface="+mn-lt"/>
                <a:ea typeface="+mn-ea"/>
                <a:cs typeface="+mn-cs"/>
                <a:sym typeface="Poppins"/>
              </a:defRPr>
            </a:lvl5pPr>
            <a:lvl6pPr marL="2286000" algn="l" defTabSz="914400" rtl="0" eaLnBrk="1" latinLnBrk="0" hangingPunct="1">
              <a:defRPr sz="2000" kern="1200">
                <a:solidFill>
                  <a:schemeClr val="lt1"/>
                </a:solidFill>
                <a:latin typeface="+mn-lt"/>
                <a:ea typeface="+mn-ea"/>
                <a:cs typeface="+mn-cs"/>
                <a:sym typeface="Poppins"/>
              </a:defRPr>
            </a:lvl6pPr>
            <a:lvl7pPr marL="2743200" algn="l" defTabSz="914400" rtl="0" eaLnBrk="1" latinLnBrk="0" hangingPunct="1">
              <a:defRPr sz="2000" kern="1200">
                <a:solidFill>
                  <a:schemeClr val="lt1"/>
                </a:solidFill>
                <a:latin typeface="+mn-lt"/>
                <a:ea typeface="+mn-ea"/>
                <a:cs typeface="+mn-cs"/>
                <a:sym typeface="Poppins"/>
              </a:defRPr>
            </a:lvl7pPr>
            <a:lvl8pPr marL="3200400" algn="l" defTabSz="914400" rtl="0" eaLnBrk="1" latinLnBrk="0" hangingPunct="1">
              <a:defRPr sz="2000" kern="1200">
                <a:solidFill>
                  <a:schemeClr val="lt1"/>
                </a:solidFill>
                <a:latin typeface="+mn-lt"/>
                <a:ea typeface="+mn-ea"/>
                <a:cs typeface="+mn-cs"/>
                <a:sym typeface="Poppins"/>
              </a:defRPr>
            </a:lvl8pPr>
            <a:lvl9pPr marL="3657600" algn="l" defTabSz="914400" rtl="0" eaLnBrk="1" latinLnBrk="0" hangingPunct="1">
              <a:defRPr sz="2000" kern="1200">
                <a:solidFill>
                  <a:schemeClr val="lt1"/>
                </a:solidFill>
                <a:latin typeface="+mn-lt"/>
                <a:ea typeface="+mn-ea"/>
                <a:cs typeface="+mn-cs"/>
                <a:sym typeface="Poppins"/>
              </a:defRPr>
            </a:lvl9pPr>
          </a:lstStyle>
          <a:p>
            <a:pPr algn="ctr"/>
            <a:endParaRPr lang="ko-KR" altLang="en-US" sz="550" dirty="0">
              <a:solidFill>
                <a:schemeClr val="tx1"/>
              </a:solidFill>
            </a:endParaRPr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FD5C267B-C714-FC48-B874-2B62BD4839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ko-KR" altLang="en-US" sz="2400" dirty="0">
                <a:solidFill>
                  <a:schemeClr val="tx1"/>
                </a:solidFill>
                <a:latin typeface="나눔스퀘어 ExtraBold"/>
                <a:ea typeface="나눔스퀘어 ExtraBold"/>
              </a:rPr>
              <a:t>솔루션</a:t>
            </a:r>
            <a:r>
              <a:rPr lang="ko-KR" altLang="en-US" sz="2400" dirty="0">
                <a:solidFill>
                  <a:schemeClr val="tx1"/>
                </a:solidFill>
                <a:latin typeface="나눔스퀘어 ExtraBold"/>
                <a:ea typeface="나눔스퀘어 ExtraBold"/>
                <a:cs typeface="Poppins"/>
                <a:sym typeface="Poppins"/>
              </a:rPr>
              <a:t> 통합 </a:t>
            </a:r>
            <a:r>
              <a:rPr lang="en-US" altLang="ko-KR" sz="2400" dirty="0">
                <a:solidFill>
                  <a:schemeClr val="tx1"/>
                </a:solidFill>
                <a:latin typeface="나눔스퀘어 ExtraBold"/>
                <a:ea typeface="나눔스퀘어 ExtraBold"/>
                <a:cs typeface="Poppins"/>
                <a:sym typeface="Poppins"/>
              </a:rPr>
              <a:t>Configuration </a:t>
            </a:r>
            <a:r>
              <a:rPr lang="ko-KR" altLang="en-US" sz="2400" dirty="0">
                <a:solidFill>
                  <a:schemeClr val="tx1"/>
                </a:solidFill>
                <a:latin typeface="나눔스퀘어 ExtraBold"/>
                <a:ea typeface="나눔스퀘어 ExtraBold"/>
                <a:cs typeface="Poppins"/>
                <a:sym typeface="Poppins"/>
              </a:rPr>
              <a:t>제어</a:t>
            </a:r>
            <a:endParaRPr lang="ko-KR" altLang="en-US" dirty="0">
              <a:solidFill>
                <a:schemeClr val="tx1"/>
              </a:solidFill>
            </a:endParaRPr>
          </a:p>
        </p:txBody>
      </p:sp>
      <p:cxnSp>
        <p:nvCxnSpPr>
          <p:cNvPr id="25" name="연결선: 꺾임 24">
            <a:extLst>
              <a:ext uri="{FF2B5EF4-FFF2-40B4-BE49-F238E27FC236}">
                <a16:creationId xmlns:a16="http://schemas.microsoft.com/office/drawing/2014/main" id="{CE744054-1BC5-CE67-42C5-09B9CF28CF04}"/>
              </a:ext>
            </a:extLst>
          </p:cNvPr>
          <p:cNvCxnSpPr>
            <a:cxnSpLocks/>
          </p:cNvCxnSpPr>
          <p:nvPr/>
        </p:nvCxnSpPr>
        <p:spPr bwMode="auto">
          <a:xfrm>
            <a:off x="2489507" y="2700910"/>
            <a:ext cx="513341" cy="3465"/>
          </a:xfrm>
          <a:prstGeom prst="bentConnector3">
            <a:avLst>
              <a:gd name="adj1" fmla="val 1325"/>
            </a:avLst>
          </a:prstGeom>
          <a:blipFill dpi="0" rotWithShape="0">
            <a:blip r:embed="rId2"/>
            <a:srcRect/>
            <a:tile tx="0" ty="0" sx="100000" sy="100000" flip="none" algn="tl"/>
          </a:blipFill>
          <a:ln w="38100" cap="flat" cmpd="sng" algn="ctr">
            <a:solidFill>
              <a:srgbClr val="A6A4A6"/>
            </a:solidFill>
            <a:prstDash val="solid"/>
            <a:miter lim="400000"/>
            <a:headEnd type="none" w="med" len="med"/>
            <a:tailEnd type="triangle"/>
          </a:ln>
          <a:effectLst>
            <a:outerShdw blurRad="25400" algn="ctr" rotWithShape="0">
              <a:srgbClr val="A6A4A6">
                <a:alpha val="50000"/>
              </a:srgbClr>
            </a:outerShdw>
          </a:effectLst>
        </p:spPr>
      </p:cxnSp>
      <p:cxnSp>
        <p:nvCxnSpPr>
          <p:cNvPr id="33" name="연결선: 꺾임 32">
            <a:extLst>
              <a:ext uri="{FF2B5EF4-FFF2-40B4-BE49-F238E27FC236}">
                <a16:creationId xmlns:a16="http://schemas.microsoft.com/office/drawing/2014/main" id="{C5E9D5F8-0397-574D-8961-1BF5CD917B03}"/>
              </a:ext>
            </a:extLst>
          </p:cNvPr>
          <p:cNvCxnSpPr>
            <a:cxnSpLocks/>
          </p:cNvCxnSpPr>
          <p:nvPr/>
        </p:nvCxnSpPr>
        <p:spPr bwMode="auto">
          <a:xfrm rot="16200000" flipH="1">
            <a:off x="2120433" y="2436535"/>
            <a:ext cx="1268351" cy="530202"/>
          </a:xfrm>
          <a:prstGeom prst="bentConnector3">
            <a:avLst>
              <a:gd name="adj1" fmla="val 99879"/>
            </a:avLst>
          </a:prstGeom>
          <a:blipFill dpi="0" rotWithShape="0">
            <a:blip r:embed="rId2"/>
            <a:srcRect/>
            <a:tile tx="0" ty="0" sx="100000" sy="100000" flip="none" algn="tl"/>
          </a:blipFill>
          <a:ln w="38100" cap="flat" cmpd="sng" algn="ctr">
            <a:solidFill>
              <a:srgbClr val="A6A4A6"/>
            </a:solidFill>
            <a:prstDash val="solid"/>
            <a:miter lim="400000"/>
            <a:headEnd type="none" w="med" len="med"/>
            <a:tailEnd type="triangle"/>
          </a:ln>
          <a:effectLst>
            <a:outerShdw blurRad="25400" algn="ctr" rotWithShape="0">
              <a:srgbClr val="A6A4A6">
                <a:alpha val="50000"/>
              </a:srgbClr>
            </a:outerShdw>
          </a:effectLst>
        </p:spPr>
      </p:cxnSp>
      <p:cxnSp>
        <p:nvCxnSpPr>
          <p:cNvPr id="37" name="연결선: 꺾임 36">
            <a:extLst>
              <a:ext uri="{FF2B5EF4-FFF2-40B4-BE49-F238E27FC236}">
                <a16:creationId xmlns:a16="http://schemas.microsoft.com/office/drawing/2014/main" id="{35CEA201-4F99-906E-6D41-EEA5F1FEE3EE}"/>
              </a:ext>
            </a:extLst>
          </p:cNvPr>
          <p:cNvCxnSpPr>
            <a:cxnSpLocks/>
          </p:cNvCxnSpPr>
          <p:nvPr/>
        </p:nvCxnSpPr>
        <p:spPr bwMode="auto">
          <a:xfrm rot="16200000" flipH="1">
            <a:off x="2408285" y="3373481"/>
            <a:ext cx="675784" cy="513341"/>
          </a:xfrm>
          <a:prstGeom prst="bentConnector2">
            <a:avLst/>
          </a:prstGeom>
          <a:blipFill dpi="0" rotWithShape="0">
            <a:blip r:embed="rId2"/>
            <a:srcRect/>
            <a:tile tx="0" ty="0" sx="100000" sy="100000" flip="none" algn="tl"/>
          </a:blipFill>
          <a:ln w="38100" cap="flat" cmpd="sng" algn="ctr">
            <a:solidFill>
              <a:srgbClr val="A6A4A6"/>
            </a:solidFill>
            <a:prstDash val="solid"/>
            <a:miter lim="400000"/>
            <a:headEnd type="none" w="med" len="med"/>
            <a:tailEnd type="triangle"/>
          </a:ln>
          <a:effectLst>
            <a:outerShdw blurRad="25400" algn="ctr" rotWithShape="0">
              <a:srgbClr val="A6A4A6">
                <a:alpha val="50000"/>
              </a:srgbClr>
            </a:outerShdw>
          </a:effectLst>
        </p:spPr>
      </p:cxnSp>
      <p:cxnSp>
        <p:nvCxnSpPr>
          <p:cNvPr id="38" name="연결선: 꺾임 37">
            <a:extLst>
              <a:ext uri="{FF2B5EF4-FFF2-40B4-BE49-F238E27FC236}">
                <a16:creationId xmlns:a16="http://schemas.microsoft.com/office/drawing/2014/main" id="{4FB61EFC-1A19-49DF-E0A4-B6A25FED57F3}"/>
              </a:ext>
            </a:extLst>
          </p:cNvPr>
          <p:cNvCxnSpPr>
            <a:cxnSpLocks/>
          </p:cNvCxnSpPr>
          <p:nvPr/>
        </p:nvCxnSpPr>
        <p:spPr bwMode="auto">
          <a:xfrm rot="16200000" flipH="1">
            <a:off x="2429965" y="4015190"/>
            <a:ext cx="632426" cy="513342"/>
          </a:xfrm>
          <a:prstGeom prst="bentConnector2">
            <a:avLst/>
          </a:prstGeom>
          <a:blipFill dpi="0" rotWithShape="0">
            <a:blip r:embed="rId2"/>
            <a:srcRect/>
            <a:tile tx="0" ty="0" sx="100000" sy="100000" flip="none" algn="tl"/>
          </a:blipFill>
          <a:ln w="38100" cap="flat" cmpd="sng" algn="ctr">
            <a:solidFill>
              <a:srgbClr val="A6A4A6"/>
            </a:solidFill>
            <a:prstDash val="solid"/>
            <a:miter lim="400000"/>
            <a:headEnd type="none" w="med" len="med"/>
            <a:tailEnd type="triangle"/>
          </a:ln>
          <a:effectLst>
            <a:outerShdw blurRad="25400" algn="ctr" rotWithShape="0">
              <a:srgbClr val="A6A4A6">
                <a:alpha val="50000"/>
              </a:srgbClr>
            </a:outerShdw>
          </a:effectLst>
        </p:spPr>
      </p:cxnSp>
      <p:cxnSp>
        <p:nvCxnSpPr>
          <p:cNvPr id="39" name="연결선: 꺾임 38">
            <a:extLst>
              <a:ext uri="{FF2B5EF4-FFF2-40B4-BE49-F238E27FC236}">
                <a16:creationId xmlns:a16="http://schemas.microsoft.com/office/drawing/2014/main" id="{72CBA3A6-2B4E-A472-D1B7-62B3E30D533E}"/>
              </a:ext>
            </a:extLst>
          </p:cNvPr>
          <p:cNvCxnSpPr>
            <a:cxnSpLocks/>
          </p:cNvCxnSpPr>
          <p:nvPr/>
        </p:nvCxnSpPr>
        <p:spPr bwMode="auto">
          <a:xfrm rot="16200000" flipH="1">
            <a:off x="2383996" y="4608654"/>
            <a:ext cx="724363" cy="513341"/>
          </a:xfrm>
          <a:prstGeom prst="bentConnector2">
            <a:avLst/>
          </a:prstGeom>
          <a:blipFill dpi="0" rotWithShape="0">
            <a:blip r:embed="rId2"/>
            <a:srcRect/>
            <a:tile tx="0" ty="0" sx="100000" sy="100000" flip="none" algn="tl"/>
          </a:blipFill>
          <a:ln w="38100" cap="flat" cmpd="sng" algn="ctr">
            <a:solidFill>
              <a:srgbClr val="A6A4A6"/>
            </a:solidFill>
            <a:prstDash val="solid"/>
            <a:miter lim="400000"/>
            <a:headEnd type="none" w="med" len="med"/>
            <a:tailEnd type="triangle"/>
          </a:ln>
          <a:effectLst>
            <a:outerShdw blurRad="25400" algn="ctr" rotWithShape="0">
              <a:srgbClr val="A6A4A6">
                <a:alpha val="50000"/>
              </a:srgbClr>
            </a:outerShdw>
          </a:effectLst>
        </p:spPr>
      </p:cxnSp>
      <p:cxnSp>
        <p:nvCxnSpPr>
          <p:cNvPr id="40" name="연결선: 꺾임 39">
            <a:extLst>
              <a:ext uri="{FF2B5EF4-FFF2-40B4-BE49-F238E27FC236}">
                <a16:creationId xmlns:a16="http://schemas.microsoft.com/office/drawing/2014/main" id="{19CD2BEB-9241-F60F-A459-D4EA682DA408}"/>
              </a:ext>
            </a:extLst>
          </p:cNvPr>
          <p:cNvCxnSpPr>
            <a:cxnSpLocks/>
          </p:cNvCxnSpPr>
          <p:nvPr/>
        </p:nvCxnSpPr>
        <p:spPr bwMode="auto">
          <a:xfrm rot="16200000" flipH="1">
            <a:off x="2403119" y="5258225"/>
            <a:ext cx="686118" cy="513342"/>
          </a:xfrm>
          <a:prstGeom prst="bentConnector2">
            <a:avLst/>
          </a:prstGeom>
          <a:blipFill dpi="0" rotWithShape="0">
            <a:blip r:embed="rId2"/>
            <a:srcRect/>
            <a:tile tx="0" ty="0" sx="100000" sy="100000" flip="none" algn="tl"/>
          </a:blipFill>
          <a:ln w="38100" cap="flat" cmpd="sng" algn="ctr">
            <a:solidFill>
              <a:srgbClr val="A6A4A6"/>
            </a:solidFill>
            <a:prstDash val="solid"/>
            <a:miter lim="400000"/>
            <a:headEnd type="none" w="med" len="med"/>
            <a:tailEnd type="triangle"/>
          </a:ln>
          <a:effectLst>
            <a:outerShdw blurRad="25400" algn="ctr" rotWithShape="0">
              <a:srgbClr val="A6A4A6">
                <a:alpha val="50000"/>
              </a:srgbClr>
            </a:outerShdw>
          </a:effectLst>
        </p:spPr>
      </p:cxnSp>
      <p:sp>
        <p:nvSpPr>
          <p:cNvPr id="92" name="TextBox 91">
            <a:extLst>
              <a:ext uri="{FF2B5EF4-FFF2-40B4-BE49-F238E27FC236}">
                <a16:creationId xmlns:a16="http://schemas.microsoft.com/office/drawing/2014/main" id="{DB59D163-541B-75F9-9F61-111679CC69D7}"/>
              </a:ext>
            </a:extLst>
          </p:cNvPr>
          <p:cNvSpPr txBox="1"/>
          <p:nvPr/>
        </p:nvSpPr>
        <p:spPr>
          <a:xfrm>
            <a:off x="919726" y="1527757"/>
            <a:ext cx="101137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200" dirty="0">
                <a:latin typeface="+mj-ea"/>
                <a:ea typeface="+mj-ea"/>
              </a:rPr>
              <a:t>MAS UI</a:t>
            </a:r>
            <a:endParaRPr lang="ko-KR" altLang="en-US" sz="1200" dirty="0">
              <a:latin typeface="+mj-ea"/>
              <a:ea typeface="+mj-ea"/>
            </a:endParaRP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5E21207E-E635-A7A3-D551-58BF28C3C605}"/>
              </a:ext>
            </a:extLst>
          </p:cNvPr>
          <p:cNvSpPr txBox="1"/>
          <p:nvPr/>
        </p:nvSpPr>
        <p:spPr>
          <a:xfrm>
            <a:off x="3419586" y="1511476"/>
            <a:ext cx="155759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200" dirty="0">
                <a:latin typeface="+mj-ea"/>
                <a:ea typeface="+mj-ea"/>
              </a:rPr>
              <a:t>CONSUMER</a:t>
            </a:r>
            <a:endParaRPr lang="ko-KR" altLang="en-US" sz="1200" dirty="0">
              <a:latin typeface="+mj-ea"/>
              <a:ea typeface="+mj-ea"/>
            </a:endParaRP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9649D074-FB00-459C-81D6-B5EF356BE2E2}"/>
              </a:ext>
            </a:extLst>
          </p:cNvPr>
          <p:cNvSpPr txBox="1"/>
          <p:nvPr/>
        </p:nvSpPr>
        <p:spPr>
          <a:xfrm>
            <a:off x="515380" y="872716"/>
            <a:ext cx="1162929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defTabSz="412750" eaLnBrk="0" fontAlgn="base" latinLnBrk="0" hangingPunct="0">
              <a:spcBef>
                <a:spcPct val="0"/>
              </a:spcBef>
              <a:spcAft>
                <a:spcPct val="0"/>
              </a:spcAft>
              <a:buClr>
                <a:srgbClr val="465000">
                  <a:lumMod val="90000"/>
                  <a:lumOff val="10000"/>
                </a:srgbClr>
              </a:buClr>
              <a:defRPr/>
            </a:pPr>
            <a:r>
              <a:rPr lang="ko-KR" altLang="en-US" sz="1400" dirty="0">
                <a:latin typeface="나눔스퀘어 ExtraBold"/>
                <a:ea typeface="나눔스퀘어 ExtraBold"/>
              </a:rPr>
              <a:t> </a:t>
            </a:r>
            <a:r>
              <a:rPr lang="en-US" altLang="ko-KR" sz="1400" dirty="0" err="1">
                <a:latin typeface="나눔스퀘어 ExtraBold"/>
                <a:ea typeface="나눔스퀘어 ExtraBold"/>
              </a:rPr>
              <a:t>Infini</a:t>
            </a:r>
            <a:r>
              <a:rPr lang="en-US" altLang="ko-KR" sz="1400" dirty="0">
                <a:latin typeface="나눔스퀘어 ExtraBold"/>
                <a:ea typeface="나눔스퀘어 ExtraBold"/>
              </a:rPr>
              <a:t>-A Host </a:t>
            </a:r>
            <a:r>
              <a:rPr lang="ko-KR" altLang="en-US" sz="1400" dirty="0">
                <a:latin typeface="나눔스퀘어 ExtraBold"/>
                <a:ea typeface="나눔스퀘어 ExtraBold"/>
              </a:rPr>
              <a:t>시스템 통합 설정 관리 기능 </a:t>
            </a:r>
            <a:r>
              <a:rPr lang="en-US" altLang="ko-KR" sz="1400" dirty="0">
                <a:latin typeface="나눔스퀘어 ExtraBold"/>
                <a:ea typeface="나눔스퀘어 ExtraBold"/>
              </a:rPr>
              <a:t>(Consumer, HAS, MAS </a:t>
            </a:r>
            <a:r>
              <a:rPr lang="ko-KR" altLang="en-US" sz="1400" dirty="0">
                <a:latin typeface="나눔스퀘어 ExtraBold"/>
                <a:ea typeface="나눔스퀘어 ExtraBold"/>
              </a:rPr>
              <a:t>설정 중앙 관리를 위한 </a:t>
            </a:r>
            <a:r>
              <a:rPr lang="en-US" altLang="ko-KR" sz="1400" dirty="0">
                <a:latin typeface="나눔스퀘어 ExtraBold"/>
                <a:ea typeface="나눔스퀘어 ExtraBold"/>
              </a:rPr>
              <a:t>U.I </a:t>
            </a:r>
            <a:r>
              <a:rPr lang="ko-KR" altLang="en-US" sz="1400" dirty="0">
                <a:latin typeface="나눔스퀘어 ExtraBold"/>
                <a:ea typeface="나눔스퀘어 ExtraBold"/>
              </a:rPr>
              <a:t>제공</a:t>
            </a:r>
            <a:r>
              <a:rPr lang="en-US" altLang="ko-KR" sz="1400" dirty="0">
                <a:latin typeface="나눔스퀘어 ExtraBold"/>
                <a:ea typeface="나눔스퀘어 ExtraBold"/>
              </a:rPr>
              <a:t>)</a:t>
            </a:r>
            <a:endParaRPr lang="ko-KR" altLang="en-US" sz="1400" dirty="0">
              <a:latin typeface="나눔스퀘어 ExtraBold"/>
              <a:ea typeface="나눔스퀘어 ExtraBold"/>
              <a:sym typeface="Poppins"/>
            </a:endParaRPr>
          </a:p>
        </p:txBody>
      </p:sp>
      <p:grpSp>
        <p:nvGrpSpPr>
          <p:cNvPr id="5" name="그룹 4">
            <a:extLst>
              <a:ext uri="{FF2B5EF4-FFF2-40B4-BE49-F238E27FC236}">
                <a16:creationId xmlns:a16="http://schemas.microsoft.com/office/drawing/2014/main" id="{506E7893-CFAE-4569-8958-B286B746EB30}"/>
              </a:ext>
            </a:extLst>
          </p:cNvPr>
          <p:cNvGrpSpPr/>
          <p:nvPr/>
        </p:nvGrpSpPr>
        <p:grpSpPr>
          <a:xfrm>
            <a:off x="8784377" y="1413867"/>
            <a:ext cx="3360295" cy="2816870"/>
            <a:chOff x="11894562" y="2847097"/>
            <a:chExt cx="11518863" cy="9656037"/>
          </a:xfrm>
        </p:grpSpPr>
        <p:pic>
          <p:nvPicPr>
            <p:cNvPr id="9" name="그림 8">
              <a:extLst>
                <a:ext uri="{FF2B5EF4-FFF2-40B4-BE49-F238E27FC236}">
                  <a16:creationId xmlns:a16="http://schemas.microsoft.com/office/drawing/2014/main" id="{D5655671-D6EF-4B51-C098-6E4BE9C621C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2648423" y="3568628"/>
              <a:ext cx="9975332" cy="6695030"/>
            </a:xfrm>
            <a:prstGeom prst="rect">
              <a:avLst/>
            </a:prstGeom>
            <a:solidFill>
              <a:srgbClr val="FFFFFF">
                <a:shade val="85000"/>
              </a:srgbClr>
            </a:solidFill>
            <a:ln w="88900" cap="sq">
              <a:noFill/>
              <a:miter lim="800000"/>
            </a:ln>
            <a:effectLst>
              <a:outerShdw blurRad="55000" dist="18000" dir="5400000" algn="tl" rotWithShape="0">
                <a:schemeClr val="tx1">
                  <a:alpha val="40000"/>
                </a:schemeClr>
              </a:outerShdw>
            </a:effectLst>
          </p:spPr>
        </p:pic>
        <p:pic>
          <p:nvPicPr>
            <p:cNvPr id="99" name="Computer_7.png">
              <a:extLst>
                <a:ext uri="{FF2B5EF4-FFF2-40B4-BE49-F238E27FC236}">
                  <a16:creationId xmlns:a16="http://schemas.microsoft.com/office/drawing/2014/main" id="{A581365B-B0BD-4958-B156-288760A5A3B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1894562" y="2847097"/>
              <a:ext cx="11518863" cy="9656037"/>
            </a:xfrm>
            <a:prstGeom prst="rect">
              <a:avLst/>
            </a:prstGeom>
            <a:ln w="3175">
              <a:miter lim="400000"/>
            </a:ln>
          </p:spPr>
        </p:pic>
      </p:grpSp>
      <p:grpSp>
        <p:nvGrpSpPr>
          <p:cNvPr id="2" name="그룹 1">
            <a:extLst>
              <a:ext uri="{FF2B5EF4-FFF2-40B4-BE49-F238E27FC236}">
                <a16:creationId xmlns:a16="http://schemas.microsoft.com/office/drawing/2014/main" id="{F9666B98-5547-4B1F-981A-E957F146D702}"/>
              </a:ext>
            </a:extLst>
          </p:cNvPr>
          <p:cNvGrpSpPr/>
          <p:nvPr/>
        </p:nvGrpSpPr>
        <p:grpSpPr>
          <a:xfrm>
            <a:off x="5985676" y="2289539"/>
            <a:ext cx="4899314" cy="4106999"/>
            <a:chOff x="4812745" y="2465512"/>
            <a:chExt cx="11518863" cy="9656037"/>
          </a:xfrm>
        </p:grpSpPr>
        <p:pic>
          <p:nvPicPr>
            <p:cNvPr id="10" name="그림 9">
              <a:extLst>
                <a:ext uri="{FF2B5EF4-FFF2-40B4-BE49-F238E27FC236}">
                  <a16:creationId xmlns:a16="http://schemas.microsoft.com/office/drawing/2014/main" id="{8A0D4433-A6A6-FF16-AA6F-E9ABCBECC2C3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5509215" y="3195699"/>
              <a:ext cx="9969211" cy="6686637"/>
            </a:xfrm>
            <a:prstGeom prst="rect">
              <a:avLst/>
            </a:prstGeom>
            <a:ln>
              <a:solidFill>
                <a:srgbClr val="CDCDCD"/>
              </a:solidFill>
            </a:ln>
          </p:spPr>
        </p:pic>
        <p:pic>
          <p:nvPicPr>
            <p:cNvPr id="98" name="Computer_7.png">
              <a:extLst>
                <a:ext uri="{FF2B5EF4-FFF2-40B4-BE49-F238E27FC236}">
                  <a16:creationId xmlns:a16="http://schemas.microsoft.com/office/drawing/2014/main" id="{7912A56D-C886-43EC-B12C-6D7B04546752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4812745" y="2465512"/>
              <a:ext cx="11518863" cy="9656037"/>
            </a:xfrm>
            <a:prstGeom prst="rect">
              <a:avLst/>
            </a:prstGeom>
            <a:ln w="3175">
              <a:miter lim="400000"/>
            </a:ln>
          </p:spPr>
        </p:pic>
      </p:grpSp>
      <p:grpSp>
        <p:nvGrpSpPr>
          <p:cNvPr id="35" name="그룹 34">
            <a:extLst>
              <a:ext uri="{FF2B5EF4-FFF2-40B4-BE49-F238E27FC236}">
                <a16:creationId xmlns:a16="http://schemas.microsoft.com/office/drawing/2014/main" id="{4DAD99E6-2AD3-4839-BDDA-00AB78E00679}"/>
              </a:ext>
            </a:extLst>
          </p:cNvPr>
          <p:cNvGrpSpPr/>
          <p:nvPr/>
        </p:nvGrpSpPr>
        <p:grpSpPr>
          <a:xfrm>
            <a:off x="3050524" y="1858944"/>
            <a:ext cx="2458752" cy="444920"/>
            <a:chOff x="6137258" y="3717888"/>
            <a:chExt cx="4917503" cy="889839"/>
          </a:xfrm>
        </p:grpSpPr>
        <p:pic>
          <p:nvPicPr>
            <p:cNvPr id="11" name="그래픽 10">
              <a:extLst>
                <a:ext uri="{FF2B5EF4-FFF2-40B4-BE49-F238E27FC236}">
                  <a16:creationId xmlns:a16="http://schemas.microsoft.com/office/drawing/2014/main" id="{406F4575-EF31-4EF6-8529-AC57956D2B2D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=""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6137258" y="3717888"/>
              <a:ext cx="647156" cy="889839"/>
            </a:xfrm>
            <a:prstGeom prst="rect">
              <a:avLst/>
            </a:prstGeom>
          </p:spPr>
        </p:pic>
        <p:pic>
          <p:nvPicPr>
            <p:cNvPr id="101" name="그래픽 100">
              <a:extLst>
                <a:ext uri="{FF2B5EF4-FFF2-40B4-BE49-F238E27FC236}">
                  <a16:creationId xmlns:a16="http://schemas.microsoft.com/office/drawing/2014/main" id="{02530A97-7FAA-4AF5-8684-CA879A6BB202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=""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7580474" y="3717888"/>
              <a:ext cx="647156" cy="889839"/>
            </a:xfrm>
            <a:prstGeom prst="rect">
              <a:avLst/>
            </a:prstGeom>
          </p:spPr>
        </p:pic>
        <p:pic>
          <p:nvPicPr>
            <p:cNvPr id="102" name="그래픽 101">
              <a:extLst>
                <a:ext uri="{FF2B5EF4-FFF2-40B4-BE49-F238E27FC236}">
                  <a16:creationId xmlns:a16="http://schemas.microsoft.com/office/drawing/2014/main" id="{C563B4BE-99D2-4EB7-93A3-A83A575AB8BD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=""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10407605" y="3717888"/>
              <a:ext cx="647156" cy="889839"/>
            </a:xfrm>
            <a:prstGeom prst="rect">
              <a:avLst/>
            </a:prstGeom>
          </p:spPr>
        </p:pic>
        <p:cxnSp>
          <p:nvCxnSpPr>
            <p:cNvPr id="30" name="직선 연결선 29">
              <a:extLst>
                <a:ext uri="{FF2B5EF4-FFF2-40B4-BE49-F238E27FC236}">
                  <a16:creationId xmlns:a16="http://schemas.microsoft.com/office/drawing/2014/main" id="{2E2E5E43-969A-4734-9765-2E024DC7F35D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8946535" y="4148750"/>
              <a:ext cx="726584" cy="0"/>
            </a:xfrm>
            <a:prstGeom prst="line">
              <a:avLst/>
            </a:prstGeom>
            <a:blipFill dpi="0" rotWithShape="0">
              <a:blip r:embed="rId2"/>
              <a:srcRect/>
              <a:tile tx="0" ty="0" sx="100000" sy="100000" flip="none" algn="tl"/>
            </a:blipFill>
            <a:ln w="76200" cap="flat" cmpd="sng" algn="ctr">
              <a:solidFill>
                <a:srgbClr val="000000"/>
              </a:solidFill>
              <a:prstDash val="sysDot"/>
              <a:miter lim="400000"/>
              <a:headEnd type="none" w="med" len="med"/>
              <a:tailEnd type="none" w="med" len="med"/>
            </a:ln>
            <a:effectLst/>
          </p:spPr>
        </p:cxnSp>
      </p:grpSp>
      <p:grpSp>
        <p:nvGrpSpPr>
          <p:cNvPr id="105" name="그룹 104">
            <a:extLst>
              <a:ext uri="{FF2B5EF4-FFF2-40B4-BE49-F238E27FC236}">
                <a16:creationId xmlns:a16="http://schemas.microsoft.com/office/drawing/2014/main" id="{9C8579C7-89B1-4FE5-96CC-E18AA8993F53}"/>
              </a:ext>
            </a:extLst>
          </p:cNvPr>
          <p:cNvGrpSpPr/>
          <p:nvPr/>
        </p:nvGrpSpPr>
        <p:grpSpPr>
          <a:xfrm>
            <a:off x="3050524" y="2485479"/>
            <a:ext cx="2458752" cy="444920"/>
            <a:chOff x="6137258" y="3717888"/>
            <a:chExt cx="4917503" cy="889839"/>
          </a:xfrm>
        </p:grpSpPr>
        <p:pic>
          <p:nvPicPr>
            <p:cNvPr id="106" name="그래픽 105">
              <a:extLst>
                <a:ext uri="{FF2B5EF4-FFF2-40B4-BE49-F238E27FC236}">
                  <a16:creationId xmlns:a16="http://schemas.microsoft.com/office/drawing/2014/main" id="{7B45CFE2-1596-4F0A-BCCD-B2E064636AD7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=""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6137258" y="3717888"/>
              <a:ext cx="647156" cy="889839"/>
            </a:xfrm>
            <a:prstGeom prst="rect">
              <a:avLst/>
            </a:prstGeom>
          </p:spPr>
        </p:pic>
        <p:pic>
          <p:nvPicPr>
            <p:cNvPr id="107" name="그래픽 106">
              <a:extLst>
                <a:ext uri="{FF2B5EF4-FFF2-40B4-BE49-F238E27FC236}">
                  <a16:creationId xmlns:a16="http://schemas.microsoft.com/office/drawing/2014/main" id="{BFDAC0E5-E817-4C41-BFF1-4358F65CEDF5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=""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7580474" y="3717888"/>
              <a:ext cx="647156" cy="889839"/>
            </a:xfrm>
            <a:prstGeom prst="rect">
              <a:avLst/>
            </a:prstGeom>
          </p:spPr>
        </p:pic>
        <p:pic>
          <p:nvPicPr>
            <p:cNvPr id="108" name="그래픽 107">
              <a:extLst>
                <a:ext uri="{FF2B5EF4-FFF2-40B4-BE49-F238E27FC236}">
                  <a16:creationId xmlns:a16="http://schemas.microsoft.com/office/drawing/2014/main" id="{6AFDB288-78AE-4637-BE3D-77557901AA82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=""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10407605" y="3717888"/>
              <a:ext cx="647156" cy="889839"/>
            </a:xfrm>
            <a:prstGeom prst="rect">
              <a:avLst/>
            </a:prstGeom>
          </p:spPr>
        </p:pic>
        <p:cxnSp>
          <p:nvCxnSpPr>
            <p:cNvPr id="109" name="직선 연결선 108">
              <a:extLst>
                <a:ext uri="{FF2B5EF4-FFF2-40B4-BE49-F238E27FC236}">
                  <a16:creationId xmlns:a16="http://schemas.microsoft.com/office/drawing/2014/main" id="{3E35241B-B670-45BB-9001-06EEF14780FA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8946535" y="4148750"/>
              <a:ext cx="726584" cy="0"/>
            </a:xfrm>
            <a:prstGeom prst="line">
              <a:avLst/>
            </a:prstGeom>
            <a:blipFill dpi="0" rotWithShape="0">
              <a:blip r:embed="rId2"/>
              <a:srcRect/>
              <a:tile tx="0" ty="0" sx="100000" sy="100000" flip="none" algn="tl"/>
            </a:blipFill>
            <a:ln w="76200" cap="flat" cmpd="sng" algn="ctr">
              <a:solidFill>
                <a:srgbClr val="000000"/>
              </a:solidFill>
              <a:prstDash val="sysDot"/>
              <a:miter lim="400000"/>
              <a:headEnd type="none" w="med" len="med"/>
              <a:tailEnd type="none" w="med" len="med"/>
            </a:ln>
            <a:effectLst/>
          </p:spPr>
        </p:cxnSp>
      </p:grpSp>
      <p:grpSp>
        <p:nvGrpSpPr>
          <p:cNvPr id="110" name="그룹 109">
            <a:extLst>
              <a:ext uri="{FF2B5EF4-FFF2-40B4-BE49-F238E27FC236}">
                <a16:creationId xmlns:a16="http://schemas.microsoft.com/office/drawing/2014/main" id="{C7E8FF0E-E2C1-48AF-B255-9736D8755DCF}"/>
              </a:ext>
            </a:extLst>
          </p:cNvPr>
          <p:cNvGrpSpPr/>
          <p:nvPr/>
        </p:nvGrpSpPr>
        <p:grpSpPr>
          <a:xfrm>
            <a:off x="3050524" y="3112013"/>
            <a:ext cx="2458752" cy="444920"/>
            <a:chOff x="6137258" y="3717888"/>
            <a:chExt cx="4917503" cy="889839"/>
          </a:xfrm>
        </p:grpSpPr>
        <p:pic>
          <p:nvPicPr>
            <p:cNvPr id="111" name="그래픽 110">
              <a:extLst>
                <a:ext uri="{FF2B5EF4-FFF2-40B4-BE49-F238E27FC236}">
                  <a16:creationId xmlns:a16="http://schemas.microsoft.com/office/drawing/2014/main" id="{7D39D25A-6018-42F7-A1B3-89AD6E592CAC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=""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6137258" y="3717888"/>
              <a:ext cx="647156" cy="889839"/>
            </a:xfrm>
            <a:prstGeom prst="rect">
              <a:avLst/>
            </a:prstGeom>
          </p:spPr>
        </p:pic>
        <p:pic>
          <p:nvPicPr>
            <p:cNvPr id="112" name="그래픽 111">
              <a:extLst>
                <a:ext uri="{FF2B5EF4-FFF2-40B4-BE49-F238E27FC236}">
                  <a16:creationId xmlns:a16="http://schemas.microsoft.com/office/drawing/2014/main" id="{17F0CB5C-D23D-408E-8699-FE350AFA96F5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=""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7580474" y="3717888"/>
              <a:ext cx="647156" cy="889839"/>
            </a:xfrm>
            <a:prstGeom prst="rect">
              <a:avLst/>
            </a:prstGeom>
          </p:spPr>
        </p:pic>
        <p:pic>
          <p:nvPicPr>
            <p:cNvPr id="113" name="그래픽 112">
              <a:extLst>
                <a:ext uri="{FF2B5EF4-FFF2-40B4-BE49-F238E27FC236}">
                  <a16:creationId xmlns:a16="http://schemas.microsoft.com/office/drawing/2014/main" id="{3395D08F-9B7B-44DB-9AB6-0F32D234F528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=""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10407605" y="3717888"/>
              <a:ext cx="647156" cy="889839"/>
            </a:xfrm>
            <a:prstGeom prst="rect">
              <a:avLst/>
            </a:prstGeom>
          </p:spPr>
        </p:pic>
        <p:cxnSp>
          <p:nvCxnSpPr>
            <p:cNvPr id="114" name="직선 연결선 113">
              <a:extLst>
                <a:ext uri="{FF2B5EF4-FFF2-40B4-BE49-F238E27FC236}">
                  <a16:creationId xmlns:a16="http://schemas.microsoft.com/office/drawing/2014/main" id="{5DBB14BA-C170-474A-8ABF-D9C385716465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8946535" y="4148750"/>
              <a:ext cx="726584" cy="0"/>
            </a:xfrm>
            <a:prstGeom prst="line">
              <a:avLst/>
            </a:prstGeom>
            <a:blipFill dpi="0" rotWithShape="0">
              <a:blip r:embed="rId2"/>
              <a:srcRect/>
              <a:tile tx="0" ty="0" sx="100000" sy="100000" flip="none" algn="tl"/>
            </a:blipFill>
            <a:ln w="76200" cap="flat" cmpd="sng" algn="ctr">
              <a:solidFill>
                <a:srgbClr val="000000"/>
              </a:solidFill>
              <a:prstDash val="sysDot"/>
              <a:miter lim="400000"/>
              <a:headEnd type="none" w="med" len="med"/>
              <a:tailEnd type="none" w="med" len="med"/>
            </a:ln>
            <a:effectLst/>
          </p:spPr>
        </p:cxnSp>
      </p:grpSp>
      <p:grpSp>
        <p:nvGrpSpPr>
          <p:cNvPr id="115" name="그룹 114">
            <a:extLst>
              <a:ext uri="{FF2B5EF4-FFF2-40B4-BE49-F238E27FC236}">
                <a16:creationId xmlns:a16="http://schemas.microsoft.com/office/drawing/2014/main" id="{6F55B2E6-E07B-4C94-BBF9-686F79654476}"/>
              </a:ext>
            </a:extLst>
          </p:cNvPr>
          <p:cNvGrpSpPr/>
          <p:nvPr/>
        </p:nvGrpSpPr>
        <p:grpSpPr>
          <a:xfrm>
            <a:off x="3050524" y="3738548"/>
            <a:ext cx="2458752" cy="444920"/>
            <a:chOff x="6137258" y="3717888"/>
            <a:chExt cx="4917503" cy="889839"/>
          </a:xfrm>
        </p:grpSpPr>
        <p:pic>
          <p:nvPicPr>
            <p:cNvPr id="116" name="그래픽 115">
              <a:extLst>
                <a:ext uri="{FF2B5EF4-FFF2-40B4-BE49-F238E27FC236}">
                  <a16:creationId xmlns:a16="http://schemas.microsoft.com/office/drawing/2014/main" id="{373BFC1E-F0C8-481F-84A5-F05EBB2568E7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=""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6137258" y="3717888"/>
              <a:ext cx="647156" cy="889839"/>
            </a:xfrm>
            <a:prstGeom prst="rect">
              <a:avLst/>
            </a:prstGeom>
          </p:spPr>
        </p:pic>
        <p:pic>
          <p:nvPicPr>
            <p:cNvPr id="117" name="그래픽 116">
              <a:extLst>
                <a:ext uri="{FF2B5EF4-FFF2-40B4-BE49-F238E27FC236}">
                  <a16:creationId xmlns:a16="http://schemas.microsoft.com/office/drawing/2014/main" id="{C75E2EF3-B722-4233-AECC-A885A766A68C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=""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7580474" y="3717888"/>
              <a:ext cx="647156" cy="889839"/>
            </a:xfrm>
            <a:prstGeom prst="rect">
              <a:avLst/>
            </a:prstGeom>
          </p:spPr>
        </p:pic>
        <p:pic>
          <p:nvPicPr>
            <p:cNvPr id="118" name="그래픽 117">
              <a:extLst>
                <a:ext uri="{FF2B5EF4-FFF2-40B4-BE49-F238E27FC236}">
                  <a16:creationId xmlns:a16="http://schemas.microsoft.com/office/drawing/2014/main" id="{E8953B2A-4A63-4FF1-B45B-76FE203B0026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=""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10407605" y="3717888"/>
              <a:ext cx="647156" cy="889839"/>
            </a:xfrm>
            <a:prstGeom prst="rect">
              <a:avLst/>
            </a:prstGeom>
          </p:spPr>
        </p:pic>
        <p:cxnSp>
          <p:nvCxnSpPr>
            <p:cNvPr id="119" name="직선 연결선 118">
              <a:extLst>
                <a:ext uri="{FF2B5EF4-FFF2-40B4-BE49-F238E27FC236}">
                  <a16:creationId xmlns:a16="http://schemas.microsoft.com/office/drawing/2014/main" id="{F2AD9E42-618B-4018-8C65-D0F08F4A0949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8946535" y="4148750"/>
              <a:ext cx="726584" cy="0"/>
            </a:xfrm>
            <a:prstGeom prst="line">
              <a:avLst/>
            </a:prstGeom>
            <a:blipFill dpi="0" rotWithShape="0">
              <a:blip r:embed="rId2"/>
              <a:srcRect/>
              <a:tile tx="0" ty="0" sx="100000" sy="100000" flip="none" algn="tl"/>
            </a:blipFill>
            <a:ln w="76200" cap="flat" cmpd="sng" algn="ctr">
              <a:solidFill>
                <a:srgbClr val="000000"/>
              </a:solidFill>
              <a:prstDash val="sysDot"/>
              <a:miter lim="400000"/>
              <a:headEnd type="none" w="med" len="med"/>
              <a:tailEnd type="none" w="med" len="med"/>
            </a:ln>
            <a:effectLst/>
          </p:spPr>
        </p:cxnSp>
      </p:grpSp>
      <p:grpSp>
        <p:nvGrpSpPr>
          <p:cNvPr id="120" name="그룹 119">
            <a:extLst>
              <a:ext uri="{FF2B5EF4-FFF2-40B4-BE49-F238E27FC236}">
                <a16:creationId xmlns:a16="http://schemas.microsoft.com/office/drawing/2014/main" id="{248FDA35-2FAA-4DEF-B2E6-FA2DF7F57C4C}"/>
              </a:ext>
            </a:extLst>
          </p:cNvPr>
          <p:cNvGrpSpPr/>
          <p:nvPr/>
        </p:nvGrpSpPr>
        <p:grpSpPr>
          <a:xfrm>
            <a:off x="3050524" y="4365082"/>
            <a:ext cx="2458752" cy="444920"/>
            <a:chOff x="6137258" y="3717888"/>
            <a:chExt cx="4917503" cy="889839"/>
          </a:xfrm>
        </p:grpSpPr>
        <p:pic>
          <p:nvPicPr>
            <p:cNvPr id="121" name="그래픽 120">
              <a:extLst>
                <a:ext uri="{FF2B5EF4-FFF2-40B4-BE49-F238E27FC236}">
                  <a16:creationId xmlns:a16="http://schemas.microsoft.com/office/drawing/2014/main" id="{8AF861EC-4DA9-40A6-94DB-17B3154E690F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=""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6137258" y="3717888"/>
              <a:ext cx="647156" cy="889839"/>
            </a:xfrm>
            <a:prstGeom prst="rect">
              <a:avLst/>
            </a:prstGeom>
          </p:spPr>
        </p:pic>
        <p:pic>
          <p:nvPicPr>
            <p:cNvPr id="122" name="그래픽 121">
              <a:extLst>
                <a:ext uri="{FF2B5EF4-FFF2-40B4-BE49-F238E27FC236}">
                  <a16:creationId xmlns:a16="http://schemas.microsoft.com/office/drawing/2014/main" id="{949418F6-C2A1-48EF-905E-872DC058417F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=""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7580474" y="3717888"/>
              <a:ext cx="647156" cy="889839"/>
            </a:xfrm>
            <a:prstGeom prst="rect">
              <a:avLst/>
            </a:prstGeom>
          </p:spPr>
        </p:pic>
        <p:pic>
          <p:nvPicPr>
            <p:cNvPr id="123" name="그래픽 122">
              <a:extLst>
                <a:ext uri="{FF2B5EF4-FFF2-40B4-BE49-F238E27FC236}">
                  <a16:creationId xmlns:a16="http://schemas.microsoft.com/office/drawing/2014/main" id="{C3B6AF9A-326B-4E7A-9348-261F320B7B9E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=""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10407605" y="3717888"/>
              <a:ext cx="647156" cy="889839"/>
            </a:xfrm>
            <a:prstGeom prst="rect">
              <a:avLst/>
            </a:prstGeom>
          </p:spPr>
        </p:pic>
        <p:cxnSp>
          <p:nvCxnSpPr>
            <p:cNvPr id="124" name="직선 연결선 123">
              <a:extLst>
                <a:ext uri="{FF2B5EF4-FFF2-40B4-BE49-F238E27FC236}">
                  <a16:creationId xmlns:a16="http://schemas.microsoft.com/office/drawing/2014/main" id="{2D3FCC74-2F84-487A-AE35-E54DDA1562DD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8946535" y="4148750"/>
              <a:ext cx="726584" cy="0"/>
            </a:xfrm>
            <a:prstGeom prst="line">
              <a:avLst/>
            </a:prstGeom>
            <a:blipFill dpi="0" rotWithShape="0">
              <a:blip r:embed="rId2"/>
              <a:srcRect/>
              <a:tile tx="0" ty="0" sx="100000" sy="100000" flip="none" algn="tl"/>
            </a:blipFill>
            <a:ln w="76200" cap="flat" cmpd="sng" algn="ctr">
              <a:solidFill>
                <a:srgbClr val="000000"/>
              </a:solidFill>
              <a:prstDash val="sysDot"/>
              <a:miter lim="400000"/>
              <a:headEnd type="none" w="med" len="med"/>
              <a:tailEnd type="none" w="med" len="med"/>
            </a:ln>
            <a:effectLst/>
          </p:spPr>
        </p:cxnSp>
      </p:grpSp>
      <p:grpSp>
        <p:nvGrpSpPr>
          <p:cNvPr id="125" name="그룹 124">
            <a:extLst>
              <a:ext uri="{FF2B5EF4-FFF2-40B4-BE49-F238E27FC236}">
                <a16:creationId xmlns:a16="http://schemas.microsoft.com/office/drawing/2014/main" id="{363D494A-A8AB-433A-94B7-597D46BBEE5C}"/>
              </a:ext>
            </a:extLst>
          </p:cNvPr>
          <p:cNvGrpSpPr/>
          <p:nvPr/>
        </p:nvGrpSpPr>
        <p:grpSpPr>
          <a:xfrm>
            <a:off x="3050524" y="4991617"/>
            <a:ext cx="2458752" cy="444920"/>
            <a:chOff x="6137258" y="3717888"/>
            <a:chExt cx="4917503" cy="889839"/>
          </a:xfrm>
        </p:grpSpPr>
        <p:pic>
          <p:nvPicPr>
            <p:cNvPr id="126" name="그래픽 125">
              <a:extLst>
                <a:ext uri="{FF2B5EF4-FFF2-40B4-BE49-F238E27FC236}">
                  <a16:creationId xmlns:a16="http://schemas.microsoft.com/office/drawing/2014/main" id="{FF00844E-1495-4B2B-A786-9D50C2DE8DD7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=""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6137258" y="3717888"/>
              <a:ext cx="647156" cy="889839"/>
            </a:xfrm>
            <a:prstGeom prst="rect">
              <a:avLst/>
            </a:prstGeom>
          </p:spPr>
        </p:pic>
        <p:pic>
          <p:nvPicPr>
            <p:cNvPr id="127" name="그래픽 126">
              <a:extLst>
                <a:ext uri="{FF2B5EF4-FFF2-40B4-BE49-F238E27FC236}">
                  <a16:creationId xmlns:a16="http://schemas.microsoft.com/office/drawing/2014/main" id="{C9175B05-6BEE-43D0-BAE4-14E11124CCD4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=""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7580474" y="3717888"/>
              <a:ext cx="647156" cy="889839"/>
            </a:xfrm>
            <a:prstGeom prst="rect">
              <a:avLst/>
            </a:prstGeom>
          </p:spPr>
        </p:pic>
        <p:pic>
          <p:nvPicPr>
            <p:cNvPr id="128" name="그래픽 127">
              <a:extLst>
                <a:ext uri="{FF2B5EF4-FFF2-40B4-BE49-F238E27FC236}">
                  <a16:creationId xmlns:a16="http://schemas.microsoft.com/office/drawing/2014/main" id="{84628597-D665-46E6-B8C8-38D144BD942C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=""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10407605" y="3717888"/>
              <a:ext cx="647156" cy="889839"/>
            </a:xfrm>
            <a:prstGeom prst="rect">
              <a:avLst/>
            </a:prstGeom>
          </p:spPr>
        </p:pic>
        <p:cxnSp>
          <p:nvCxnSpPr>
            <p:cNvPr id="129" name="직선 연결선 128">
              <a:extLst>
                <a:ext uri="{FF2B5EF4-FFF2-40B4-BE49-F238E27FC236}">
                  <a16:creationId xmlns:a16="http://schemas.microsoft.com/office/drawing/2014/main" id="{8829E250-5905-4E22-9F9A-D7594C3F248E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8946535" y="4148750"/>
              <a:ext cx="726584" cy="0"/>
            </a:xfrm>
            <a:prstGeom prst="line">
              <a:avLst/>
            </a:prstGeom>
            <a:blipFill dpi="0" rotWithShape="0">
              <a:blip r:embed="rId2"/>
              <a:srcRect/>
              <a:tile tx="0" ty="0" sx="100000" sy="100000" flip="none" algn="tl"/>
            </a:blipFill>
            <a:ln w="76200" cap="flat" cmpd="sng" algn="ctr">
              <a:solidFill>
                <a:srgbClr val="000000"/>
              </a:solidFill>
              <a:prstDash val="sysDot"/>
              <a:miter lim="400000"/>
              <a:headEnd type="none" w="med" len="med"/>
              <a:tailEnd type="none" w="med" len="med"/>
            </a:ln>
            <a:effectLst/>
          </p:spPr>
        </p:cxnSp>
      </p:grpSp>
      <p:grpSp>
        <p:nvGrpSpPr>
          <p:cNvPr id="130" name="그룹 129">
            <a:extLst>
              <a:ext uri="{FF2B5EF4-FFF2-40B4-BE49-F238E27FC236}">
                <a16:creationId xmlns:a16="http://schemas.microsoft.com/office/drawing/2014/main" id="{9B9E5321-4186-4978-953C-522B6395E6E9}"/>
              </a:ext>
            </a:extLst>
          </p:cNvPr>
          <p:cNvGrpSpPr/>
          <p:nvPr/>
        </p:nvGrpSpPr>
        <p:grpSpPr>
          <a:xfrm>
            <a:off x="3050524" y="5618152"/>
            <a:ext cx="2458752" cy="444920"/>
            <a:chOff x="6137258" y="3717888"/>
            <a:chExt cx="4917503" cy="889839"/>
          </a:xfrm>
        </p:grpSpPr>
        <p:pic>
          <p:nvPicPr>
            <p:cNvPr id="131" name="그래픽 130">
              <a:extLst>
                <a:ext uri="{FF2B5EF4-FFF2-40B4-BE49-F238E27FC236}">
                  <a16:creationId xmlns:a16="http://schemas.microsoft.com/office/drawing/2014/main" id="{84F5621F-F5E5-47CD-9E9C-5B78CEA0DEEA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=""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6137258" y="3717888"/>
              <a:ext cx="647156" cy="889839"/>
            </a:xfrm>
            <a:prstGeom prst="rect">
              <a:avLst/>
            </a:prstGeom>
          </p:spPr>
        </p:pic>
        <p:pic>
          <p:nvPicPr>
            <p:cNvPr id="132" name="그래픽 131">
              <a:extLst>
                <a:ext uri="{FF2B5EF4-FFF2-40B4-BE49-F238E27FC236}">
                  <a16:creationId xmlns:a16="http://schemas.microsoft.com/office/drawing/2014/main" id="{7C9FE556-A101-461C-8C88-712C25A5361F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=""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7580474" y="3717888"/>
              <a:ext cx="647156" cy="889839"/>
            </a:xfrm>
            <a:prstGeom prst="rect">
              <a:avLst/>
            </a:prstGeom>
          </p:spPr>
        </p:pic>
        <p:pic>
          <p:nvPicPr>
            <p:cNvPr id="133" name="그래픽 132">
              <a:extLst>
                <a:ext uri="{FF2B5EF4-FFF2-40B4-BE49-F238E27FC236}">
                  <a16:creationId xmlns:a16="http://schemas.microsoft.com/office/drawing/2014/main" id="{7FCFB1BE-DF9E-45A4-9EAE-41A49CDA44AD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=""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10407605" y="3717888"/>
              <a:ext cx="647156" cy="889839"/>
            </a:xfrm>
            <a:prstGeom prst="rect">
              <a:avLst/>
            </a:prstGeom>
          </p:spPr>
        </p:pic>
        <p:cxnSp>
          <p:nvCxnSpPr>
            <p:cNvPr id="134" name="직선 연결선 133">
              <a:extLst>
                <a:ext uri="{FF2B5EF4-FFF2-40B4-BE49-F238E27FC236}">
                  <a16:creationId xmlns:a16="http://schemas.microsoft.com/office/drawing/2014/main" id="{C2704250-A5DF-461E-9F2B-2A7AC1E8CE07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8946535" y="4148750"/>
              <a:ext cx="726584" cy="0"/>
            </a:xfrm>
            <a:prstGeom prst="line">
              <a:avLst/>
            </a:prstGeom>
            <a:blipFill dpi="0" rotWithShape="0">
              <a:blip r:embed="rId2"/>
              <a:srcRect/>
              <a:tile tx="0" ty="0" sx="100000" sy="100000" flip="none" algn="tl"/>
            </a:blipFill>
            <a:ln w="76200" cap="flat" cmpd="sng" algn="ctr">
              <a:solidFill>
                <a:srgbClr val="000000"/>
              </a:solidFill>
              <a:prstDash val="sysDot"/>
              <a:miter lim="400000"/>
              <a:headEnd type="none" w="med" len="med"/>
              <a:tailEnd type="none" w="med" len="med"/>
            </a:ln>
            <a:effectLst/>
          </p:spPr>
        </p:cxnSp>
      </p:grpSp>
      <p:cxnSp>
        <p:nvCxnSpPr>
          <p:cNvPr id="135" name="연결선: 꺾임 134">
            <a:extLst>
              <a:ext uri="{FF2B5EF4-FFF2-40B4-BE49-F238E27FC236}">
                <a16:creationId xmlns:a16="http://schemas.microsoft.com/office/drawing/2014/main" id="{4882033A-FFAB-48F4-87C8-161A4BBAC458}"/>
              </a:ext>
            </a:extLst>
          </p:cNvPr>
          <p:cNvCxnSpPr>
            <a:cxnSpLocks/>
          </p:cNvCxnSpPr>
          <p:nvPr/>
        </p:nvCxnSpPr>
        <p:spPr bwMode="auto">
          <a:xfrm>
            <a:off x="2486142" y="2063995"/>
            <a:ext cx="513341" cy="3465"/>
          </a:xfrm>
          <a:prstGeom prst="bentConnector3">
            <a:avLst>
              <a:gd name="adj1" fmla="val 289"/>
            </a:avLst>
          </a:prstGeom>
          <a:blipFill dpi="0" rotWithShape="0">
            <a:blip r:embed="rId2"/>
            <a:srcRect/>
            <a:tile tx="0" ty="0" sx="100000" sy="100000" flip="none" algn="tl"/>
          </a:blipFill>
          <a:ln w="38100" cap="flat" cmpd="sng" algn="ctr">
            <a:solidFill>
              <a:srgbClr val="A6A4A6"/>
            </a:solidFill>
            <a:prstDash val="solid"/>
            <a:miter lim="400000"/>
            <a:headEnd type="none" w="med" len="med"/>
            <a:tailEnd type="triangle"/>
          </a:ln>
          <a:effectLst>
            <a:outerShdw blurRad="25400" algn="ctr" rotWithShape="0">
              <a:srgbClr val="A6A4A6">
                <a:alpha val="50000"/>
              </a:srgbClr>
            </a:outerShdw>
          </a:effectLst>
        </p:spPr>
      </p:cxnSp>
      <p:sp>
        <p:nvSpPr>
          <p:cNvPr id="104" name="TextBox 103">
            <a:extLst>
              <a:ext uri="{FF2B5EF4-FFF2-40B4-BE49-F238E27FC236}">
                <a16:creationId xmlns:a16="http://schemas.microsoft.com/office/drawing/2014/main" id="{FD7828CF-E88D-CB31-64DF-09FAC1FB32B2}"/>
              </a:ext>
            </a:extLst>
          </p:cNvPr>
          <p:cNvSpPr txBox="1"/>
          <p:nvPr/>
        </p:nvSpPr>
        <p:spPr>
          <a:xfrm>
            <a:off x="527916" y="5173772"/>
            <a:ext cx="5400000" cy="323165"/>
          </a:xfrm>
          <a:prstGeom prst="rect">
            <a:avLst/>
          </a:prstGeom>
          <a:solidFill>
            <a:srgbClr val="E5E3E5">
              <a:alpha val="82745"/>
            </a:srgbClr>
          </a:solidFill>
        </p:spPr>
        <p:txBody>
          <a:bodyPr wrap="square" rtlCol="0" anchor="ctr">
            <a:spAutoFit/>
          </a:bodyPr>
          <a:lstStyle/>
          <a:p>
            <a:pPr algn="ctr"/>
            <a:r>
              <a:rPr lang="ko-KR" altLang="en-US" sz="1500" dirty="0">
                <a:latin typeface="+mj-ea"/>
                <a:ea typeface="+mj-ea"/>
              </a:rPr>
              <a:t>한번에 다수의 </a:t>
            </a:r>
            <a:r>
              <a:rPr lang="en-US" altLang="ko-KR" sz="1500" dirty="0">
                <a:latin typeface="+mj-ea"/>
                <a:ea typeface="+mj-ea"/>
              </a:rPr>
              <a:t>Consumer</a:t>
            </a:r>
            <a:r>
              <a:rPr lang="ko-KR" altLang="en-US" sz="1500" dirty="0">
                <a:latin typeface="+mj-ea"/>
                <a:ea typeface="+mj-ea"/>
              </a:rPr>
              <a:t> </a:t>
            </a:r>
            <a:r>
              <a:rPr lang="en-US" altLang="ko-KR" sz="1500" dirty="0">
                <a:latin typeface="+mj-ea"/>
                <a:ea typeface="+mj-ea"/>
              </a:rPr>
              <a:t>Configuration </a:t>
            </a:r>
            <a:r>
              <a:rPr lang="ko-KR" altLang="en-US" sz="1500" dirty="0">
                <a:latin typeface="+mj-ea"/>
                <a:ea typeface="+mj-ea"/>
              </a:rPr>
              <a:t>제어</a:t>
            </a:r>
          </a:p>
        </p:txBody>
      </p:sp>
      <p:pic>
        <p:nvPicPr>
          <p:cNvPr id="6" name="그래픽 5">
            <a:extLst>
              <a:ext uri="{FF2B5EF4-FFF2-40B4-BE49-F238E27FC236}">
                <a16:creationId xmlns:a16="http://schemas.microsoft.com/office/drawing/2014/main" id="{8348BF8F-E60C-4488-8744-FF47787A391C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=""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977653" y="2065728"/>
            <a:ext cx="885489" cy="692498"/>
          </a:xfrm>
          <a:prstGeom prst="rect">
            <a:avLst/>
          </a:prstGeom>
        </p:spPr>
      </p:pic>
      <p:cxnSp>
        <p:nvCxnSpPr>
          <p:cNvPr id="139" name="연결선: 꺾임 138">
            <a:extLst>
              <a:ext uri="{FF2B5EF4-FFF2-40B4-BE49-F238E27FC236}">
                <a16:creationId xmlns:a16="http://schemas.microsoft.com/office/drawing/2014/main" id="{A7F12E7F-DA3D-4024-B7FB-17500C5FA9C4}"/>
              </a:ext>
            </a:extLst>
          </p:cNvPr>
          <p:cNvCxnSpPr>
            <a:cxnSpLocks/>
          </p:cNvCxnSpPr>
          <p:nvPr/>
        </p:nvCxnSpPr>
        <p:spPr bwMode="auto">
          <a:xfrm>
            <a:off x="1955540" y="3632850"/>
            <a:ext cx="513341" cy="3465"/>
          </a:xfrm>
          <a:prstGeom prst="bentConnector3">
            <a:avLst>
              <a:gd name="adj1" fmla="val 289"/>
            </a:avLst>
          </a:prstGeom>
          <a:blipFill dpi="0" rotWithShape="0">
            <a:blip r:embed="rId2"/>
            <a:srcRect/>
            <a:tile tx="0" ty="0" sx="100000" sy="100000" flip="none" algn="tl"/>
          </a:blipFill>
          <a:ln w="38100" cap="flat" cmpd="sng" algn="ctr">
            <a:solidFill>
              <a:srgbClr val="A6A4A6"/>
            </a:solidFill>
            <a:prstDash val="solid"/>
            <a:miter lim="400000"/>
            <a:headEnd type="none" w="med" len="med"/>
            <a:tailEnd type="none"/>
          </a:ln>
          <a:effectLst>
            <a:outerShdw blurRad="25400" algn="ctr" rotWithShape="0">
              <a:srgbClr val="A6A4A6">
                <a:alpha val="50000"/>
              </a:srgbClr>
            </a:outerShdw>
          </a:effectLst>
        </p:spPr>
      </p:cxnSp>
      <p:pic>
        <p:nvPicPr>
          <p:cNvPr id="100" name="그림 99">
            <a:extLst>
              <a:ext uri="{FF2B5EF4-FFF2-40B4-BE49-F238E27FC236}">
                <a16:creationId xmlns:a16="http://schemas.microsoft.com/office/drawing/2014/main" id="{ED340900-9B24-48E9-9EFC-C751C0067BDE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11304" y="2890341"/>
            <a:ext cx="1228220" cy="12282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7141423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2">
            <a:extLst>
              <a:ext uri="{FF2B5EF4-FFF2-40B4-BE49-F238E27FC236}">
                <a16:creationId xmlns:a16="http://schemas.microsoft.com/office/drawing/2014/main" id="{0460D0F1-CE90-9AAD-D66A-A57367E36E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5380" y="296652"/>
            <a:ext cx="10729192" cy="360040"/>
          </a:xfrm>
        </p:spPr>
        <p:txBody>
          <a:bodyPr>
            <a:normAutofit fontScale="90000"/>
          </a:bodyPr>
          <a:lstStyle/>
          <a:p>
            <a:r>
              <a:rPr lang="en-US" altLang="ko-KR" dirty="0">
                <a:solidFill>
                  <a:schemeClr val="tx1"/>
                </a:solidFill>
              </a:rPr>
              <a:t>Load Balancer &amp; IP Hash</a:t>
            </a:r>
            <a:r>
              <a:rPr lang="ko-KR" altLang="en-US" dirty="0">
                <a:solidFill>
                  <a:schemeClr val="tx1"/>
                </a:solidFill>
              </a:rPr>
              <a:t>를 이용한 </a:t>
            </a:r>
            <a:r>
              <a:rPr lang="en-US" altLang="ko-KR" dirty="0">
                <a:solidFill>
                  <a:schemeClr val="tx1"/>
                </a:solidFill>
              </a:rPr>
              <a:t>Fail-Over </a:t>
            </a:r>
            <a:r>
              <a:rPr lang="ko-KR" altLang="en-US" dirty="0">
                <a:solidFill>
                  <a:schemeClr val="tx1"/>
                </a:solidFill>
              </a:rPr>
              <a:t>시스템 구성</a:t>
            </a:r>
          </a:p>
        </p:txBody>
      </p:sp>
      <p:sp>
        <p:nvSpPr>
          <p:cNvPr id="13" name="TextBox 93">
            <a:extLst>
              <a:ext uri="{FF2B5EF4-FFF2-40B4-BE49-F238E27FC236}">
                <a16:creationId xmlns:a16="http://schemas.microsoft.com/office/drawing/2014/main" id="{529F9186-45D8-0EEF-6EC9-BF1917A4F84C}"/>
              </a:ext>
            </a:extLst>
          </p:cNvPr>
          <p:cNvSpPr txBox="1"/>
          <p:nvPr/>
        </p:nvSpPr>
        <p:spPr>
          <a:xfrm>
            <a:off x="7974140" y="2189444"/>
            <a:ext cx="3247277" cy="316989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none" rtlCol="0" anchor="ctr">
            <a:noAutofit/>
          </a:bodyPr>
          <a:lstStyle>
            <a:defPPr>
              <a:defRPr lang="en-US"/>
            </a:defPPr>
            <a:lvl1pPr algn="l" defTabSz="825500" rtl="0" eaLnBrk="0" fontAlgn="base" hangingPunct="0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74808C"/>
                </a:solidFill>
                <a:latin typeface="Poppins"/>
                <a:ea typeface="Poppins"/>
                <a:cs typeface="Poppins"/>
                <a:sym typeface="Poppins"/>
              </a:defRPr>
            </a:lvl1pPr>
            <a:lvl2pPr marL="457200" indent="-228600" algn="l" defTabSz="825500" rtl="0" eaLnBrk="0" fontAlgn="base" hangingPunct="0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74808C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marL="914400" indent="-457200" algn="l" defTabSz="825500" rtl="0" eaLnBrk="0" fontAlgn="base" hangingPunct="0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74808C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marL="1371600" indent="-685800" algn="l" defTabSz="825500" rtl="0" eaLnBrk="0" fontAlgn="base" hangingPunct="0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74808C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marL="1828800" indent="-914400" algn="l" defTabSz="825500" rtl="0" eaLnBrk="0" fontAlgn="base" hangingPunct="0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74808C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marL="2286000" algn="l" defTabSz="914400" rtl="0" eaLnBrk="1" latinLnBrk="0" hangingPunct="1">
              <a:defRPr sz="2000" kern="1200">
                <a:solidFill>
                  <a:srgbClr val="74808C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marL="2743200" algn="l" defTabSz="914400" rtl="0" eaLnBrk="1" latinLnBrk="0" hangingPunct="1">
              <a:defRPr sz="2000" kern="1200">
                <a:solidFill>
                  <a:srgbClr val="74808C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marL="3200400" algn="l" defTabSz="914400" rtl="0" eaLnBrk="1" latinLnBrk="0" hangingPunct="1">
              <a:defRPr sz="2000" kern="1200">
                <a:solidFill>
                  <a:srgbClr val="74808C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marL="3657600" algn="l" defTabSz="914400" rtl="0" eaLnBrk="1" latinLnBrk="0" hangingPunct="1">
              <a:defRPr sz="2000" kern="1200">
                <a:solidFill>
                  <a:srgbClr val="74808C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>
            <a:pPr>
              <a:lnSpc>
                <a:spcPct val="150000"/>
              </a:lnSpc>
            </a:pPr>
            <a:r>
              <a:rPr lang="en-US" altLang="ko-KR" sz="1400" b="1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①  Load Balancing </a:t>
            </a:r>
            <a:r>
              <a:rPr lang="ko-KR" altLang="en-US" sz="1400" b="1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단계 순서 보장</a:t>
            </a:r>
          </a:p>
        </p:txBody>
      </p:sp>
      <p:sp>
        <p:nvSpPr>
          <p:cNvPr id="15" name="TextBox 93">
            <a:extLst>
              <a:ext uri="{FF2B5EF4-FFF2-40B4-BE49-F238E27FC236}">
                <a16:creationId xmlns:a16="http://schemas.microsoft.com/office/drawing/2014/main" id="{145381FE-DB0A-D4FC-E9DE-2DE2C620C775}"/>
              </a:ext>
            </a:extLst>
          </p:cNvPr>
          <p:cNvSpPr txBox="1"/>
          <p:nvPr/>
        </p:nvSpPr>
        <p:spPr>
          <a:xfrm>
            <a:off x="8050250" y="2551600"/>
            <a:ext cx="3277045" cy="811356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none" rtlCol="0">
            <a:noAutofit/>
          </a:bodyPr>
          <a:lstStyle>
            <a:defPPr>
              <a:defRPr lang="en-US"/>
            </a:defPPr>
            <a:lvl1pPr>
              <a:lnSpc>
                <a:spcPct val="150000"/>
              </a:lnSpc>
              <a:defRPr b="1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457200" indent="-228600" algn="l" defTabSz="825500" rtl="0" eaLnBrk="0" fontAlgn="base" hangingPunct="0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74808C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marL="914400" indent="-457200" algn="l" defTabSz="825500" rtl="0" eaLnBrk="0" fontAlgn="base" hangingPunct="0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74808C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marL="1371600" indent="-685800" algn="l" defTabSz="825500" rtl="0" eaLnBrk="0" fontAlgn="base" hangingPunct="0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74808C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marL="1828800" indent="-914400" algn="l" defTabSz="825500" rtl="0" eaLnBrk="0" fontAlgn="base" hangingPunct="0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74808C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marL="2286000" algn="l" defTabSz="914400" rtl="0" eaLnBrk="1" latinLnBrk="0" hangingPunct="1">
              <a:defRPr sz="2000" kern="1200">
                <a:solidFill>
                  <a:srgbClr val="74808C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marL="2743200" algn="l" defTabSz="914400" rtl="0" eaLnBrk="1" latinLnBrk="0" hangingPunct="1">
              <a:defRPr sz="2000" kern="1200">
                <a:solidFill>
                  <a:srgbClr val="74808C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marL="3200400" algn="l" defTabSz="914400" rtl="0" eaLnBrk="1" latinLnBrk="0" hangingPunct="1">
              <a:defRPr sz="2000" kern="1200">
                <a:solidFill>
                  <a:srgbClr val="74808C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marL="3657600" algn="l" defTabSz="914400" rtl="0" eaLnBrk="1" latinLnBrk="0" hangingPunct="1">
              <a:defRPr sz="2000" kern="1200">
                <a:solidFill>
                  <a:srgbClr val="74808C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altLang="ko-KR" sz="900" b="0" dirty="0">
                <a:solidFill>
                  <a:schemeClr val="tx1"/>
                </a:solidFill>
              </a:rPr>
              <a:t>IP Hash : Source IP </a:t>
            </a:r>
            <a:r>
              <a:rPr lang="ko-KR" altLang="en-US" sz="900" b="0" dirty="0">
                <a:solidFill>
                  <a:schemeClr val="tx1"/>
                </a:solidFill>
              </a:rPr>
              <a:t>기반 데이터 분배</a:t>
            </a:r>
            <a:endParaRPr lang="en-US" altLang="ko-KR" sz="900" b="0" dirty="0">
              <a:solidFill>
                <a:schemeClr val="tx1"/>
              </a:solidFill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ko-KR" altLang="en-US" sz="900" b="0" dirty="0">
                <a:solidFill>
                  <a:schemeClr val="tx1"/>
                </a:solidFill>
              </a:rPr>
              <a:t>한 장비의 데이터는 하나의 </a:t>
            </a:r>
            <a:r>
              <a:rPr lang="en-US" altLang="ko-KR" sz="900" b="0" dirty="0">
                <a:solidFill>
                  <a:schemeClr val="tx1"/>
                </a:solidFill>
              </a:rPr>
              <a:t>Consumer</a:t>
            </a:r>
            <a:r>
              <a:rPr lang="ko-KR" altLang="en-US" sz="900" b="0" dirty="0">
                <a:solidFill>
                  <a:schemeClr val="tx1"/>
                </a:solidFill>
              </a:rPr>
              <a:t>로 분배</a:t>
            </a:r>
            <a:endParaRPr lang="en-US" altLang="ko-KR" sz="900" b="0" dirty="0">
              <a:solidFill>
                <a:schemeClr val="tx1"/>
              </a:solidFill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altLang="ko-KR" sz="900" b="0" dirty="0">
                <a:solidFill>
                  <a:schemeClr val="tx1"/>
                </a:solidFill>
              </a:rPr>
              <a:t>Consumer</a:t>
            </a:r>
            <a:r>
              <a:rPr lang="ko-KR" altLang="en-US" sz="900" b="0" dirty="0">
                <a:solidFill>
                  <a:schemeClr val="tx1"/>
                </a:solidFill>
              </a:rPr>
              <a:t>로 전송하는 </a:t>
            </a:r>
            <a:r>
              <a:rPr lang="ko-KR" altLang="en-US" sz="900" dirty="0">
                <a:solidFill>
                  <a:schemeClr val="tx1"/>
                </a:solidFill>
              </a:rPr>
              <a:t>순서 역전 해결</a:t>
            </a:r>
          </a:p>
        </p:txBody>
      </p:sp>
      <p:sp>
        <p:nvSpPr>
          <p:cNvPr id="87" name="TextBox 93">
            <a:extLst>
              <a:ext uri="{FF2B5EF4-FFF2-40B4-BE49-F238E27FC236}">
                <a16:creationId xmlns:a16="http://schemas.microsoft.com/office/drawing/2014/main" id="{CADF1C12-3DBC-9BEF-B39F-CE851F4EAF7E}"/>
              </a:ext>
            </a:extLst>
          </p:cNvPr>
          <p:cNvSpPr txBox="1"/>
          <p:nvPr/>
        </p:nvSpPr>
        <p:spPr>
          <a:xfrm>
            <a:off x="7962157" y="3590778"/>
            <a:ext cx="2957265" cy="316989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none" rtlCol="0" anchor="ctr">
            <a:noAutofit/>
          </a:bodyPr>
          <a:lstStyle>
            <a:defPPr>
              <a:defRPr lang="en-US"/>
            </a:defPPr>
            <a:lvl1pPr algn="l" defTabSz="825500" rtl="0" eaLnBrk="0" fontAlgn="base" hangingPunct="0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74808C"/>
                </a:solidFill>
                <a:latin typeface="Poppins"/>
                <a:ea typeface="Poppins"/>
                <a:cs typeface="Poppins"/>
                <a:sym typeface="Poppins"/>
              </a:defRPr>
            </a:lvl1pPr>
            <a:lvl2pPr marL="457200" indent="-228600" algn="l" defTabSz="825500" rtl="0" eaLnBrk="0" fontAlgn="base" hangingPunct="0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74808C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marL="914400" indent="-457200" algn="l" defTabSz="825500" rtl="0" eaLnBrk="0" fontAlgn="base" hangingPunct="0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74808C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marL="1371600" indent="-685800" algn="l" defTabSz="825500" rtl="0" eaLnBrk="0" fontAlgn="base" hangingPunct="0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74808C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marL="1828800" indent="-914400" algn="l" defTabSz="825500" rtl="0" eaLnBrk="0" fontAlgn="base" hangingPunct="0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74808C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marL="2286000" algn="l" defTabSz="914400" rtl="0" eaLnBrk="1" latinLnBrk="0" hangingPunct="1">
              <a:defRPr sz="2000" kern="1200">
                <a:solidFill>
                  <a:srgbClr val="74808C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marL="2743200" algn="l" defTabSz="914400" rtl="0" eaLnBrk="1" latinLnBrk="0" hangingPunct="1">
              <a:defRPr sz="2000" kern="1200">
                <a:solidFill>
                  <a:srgbClr val="74808C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marL="3200400" algn="l" defTabSz="914400" rtl="0" eaLnBrk="1" latinLnBrk="0" hangingPunct="1">
              <a:defRPr sz="2000" kern="1200">
                <a:solidFill>
                  <a:srgbClr val="74808C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marL="3657600" algn="l" defTabSz="914400" rtl="0" eaLnBrk="1" latinLnBrk="0" hangingPunct="1">
              <a:defRPr sz="2000" kern="1200">
                <a:solidFill>
                  <a:srgbClr val="74808C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>
            <a:pPr>
              <a:lnSpc>
                <a:spcPct val="150000"/>
              </a:lnSpc>
            </a:pPr>
            <a:r>
              <a:rPr lang="en-US" altLang="ko-KR" sz="1400" b="1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②  Consumer </a:t>
            </a:r>
            <a:r>
              <a:rPr lang="ko-KR" altLang="en-US" sz="1400" b="1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내부 처리 순서 보장</a:t>
            </a:r>
          </a:p>
        </p:txBody>
      </p:sp>
      <p:sp>
        <p:nvSpPr>
          <p:cNvPr id="88" name="TextBox 93">
            <a:extLst>
              <a:ext uri="{FF2B5EF4-FFF2-40B4-BE49-F238E27FC236}">
                <a16:creationId xmlns:a16="http://schemas.microsoft.com/office/drawing/2014/main" id="{E5B398A2-F331-C757-1F1E-DB9515D1CF4C}"/>
              </a:ext>
            </a:extLst>
          </p:cNvPr>
          <p:cNvSpPr txBox="1"/>
          <p:nvPr/>
        </p:nvSpPr>
        <p:spPr>
          <a:xfrm>
            <a:off x="8038266" y="3927662"/>
            <a:ext cx="3265556" cy="47808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none" rtlCol="0">
            <a:noAutofit/>
          </a:bodyPr>
          <a:lstStyle>
            <a:defPPr>
              <a:defRPr lang="en-US"/>
            </a:defPPr>
            <a:lvl1pPr>
              <a:lnSpc>
                <a:spcPct val="150000"/>
              </a:lnSpc>
              <a:defRPr b="1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457200" indent="-228600" algn="l" defTabSz="825500" rtl="0" eaLnBrk="0" fontAlgn="base" hangingPunct="0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74808C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marL="914400" indent="-457200" algn="l" defTabSz="825500" rtl="0" eaLnBrk="0" fontAlgn="base" hangingPunct="0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74808C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marL="1371600" indent="-685800" algn="l" defTabSz="825500" rtl="0" eaLnBrk="0" fontAlgn="base" hangingPunct="0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74808C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marL="1828800" indent="-914400" algn="l" defTabSz="825500" rtl="0" eaLnBrk="0" fontAlgn="base" hangingPunct="0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74808C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marL="2286000" algn="l" defTabSz="914400" rtl="0" eaLnBrk="1" latinLnBrk="0" hangingPunct="1">
              <a:defRPr sz="2000" kern="1200">
                <a:solidFill>
                  <a:srgbClr val="74808C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marL="2743200" algn="l" defTabSz="914400" rtl="0" eaLnBrk="1" latinLnBrk="0" hangingPunct="1">
              <a:defRPr sz="2000" kern="1200">
                <a:solidFill>
                  <a:srgbClr val="74808C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marL="3200400" algn="l" defTabSz="914400" rtl="0" eaLnBrk="1" latinLnBrk="0" hangingPunct="1">
              <a:defRPr sz="2000" kern="1200">
                <a:solidFill>
                  <a:srgbClr val="74808C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marL="3657600" algn="l" defTabSz="914400" rtl="0" eaLnBrk="1" latinLnBrk="0" hangingPunct="1">
              <a:defRPr sz="2000" kern="1200">
                <a:solidFill>
                  <a:srgbClr val="74808C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altLang="ko-KR" sz="900" b="0" dirty="0">
                <a:solidFill>
                  <a:schemeClr val="tx1"/>
                </a:solidFill>
              </a:rPr>
              <a:t>Source IP </a:t>
            </a:r>
            <a:r>
              <a:rPr lang="ko-KR" altLang="en-US" sz="900" b="0" dirty="0">
                <a:solidFill>
                  <a:schemeClr val="tx1"/>
                </a:solidFill>
              </a:rPr>
              <a:t>기반 데이터 처리 순서 관리</a:t>
            </a:r>
            <a:endParaRPr lang="en-US" altLang="ko-KR" sz="900" b="0" dirty="0">
              <a:solidFill>
                <a:schemeClr val="tx1"/>
              </a:solidFill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ko-KR" altLang="en-US" sz="900" dirty="0">
                <a:solidFill>
                  <a:schemeClr val="tx1"/>
                </a:solidFill>
              </a:rPr>
              <a:t>수신 순서대로 전송</a:t>
            </a:r>
          </a:p>
        </p:txBody>
      </p:sp>
      <p:sp>
        <p:nvSpPr>
          <p:cNvPr id="89" name="TextBox 93">
            <a:extLst>
              <a:ext uri="{FF2B5EF4-FFF2-40B4-BE49-F238E27FC236}">
                <a16:creationId xmlns:a16="http://schemas.microsoft.com/office/drawing/2014/main" id="{53522543-1695-4D9B-8948-EF195EA8DAEE}"/>
              </a:ext>
            </a:extLst>
          </p:cNvPr>
          <p:cNvSpPr txBox="1"/>
          <p:nvPr/>
        </p:nvSpPr>
        <p:spPr>
          <a:xfrm>
            <a:off x="899320" y="2565048"/>
            <a:ext cx="2957265" cy="316989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none" rtlCol="0" anchor="ctr">
            <a:noAutofit/>
          </a:bodyPr>
          <a:lstStyle>
            <a:defPPr>
              <a:defRPr lang="en-US"/>
            </a:defPPr>
            <a:lvl1pPr algn="l" defTabSz="825500" rtl="0" eaLnBrk="0" fontAlgn="base" hangingPunct="0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74808C"/>
                </a:solidFill>
                <a:latin typeface="Poppins"/>
                <a:ea typeface="Poppins"/>
                <a:cs typeface="Poppins"/>
                <a:sym typeface="Poppins"/>
              </a:defRPr>
            </a:lvl1pPr>
            <a:lvl2pPr marL="457200" indent="-228600" algn="l" defTabSz="825500" rtl="0" eaLnBrk="0" fontAlgn="base" hangingPunct="0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74808C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marL="914400" indent="-457200" algn="l" defTabSz="825500" rtl="0" eaLnBrk="0" fontAlgn="base" hangingPunct="0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74808C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marL="1371600" indent="-685800" algn="l" defTabSz="825500" rtl="0" eaLnBrk="0" fontAlgn="base" hangingPunct="0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74808C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marL="1828800" indent="-914400" algn="l" defTabSz="825500" rtl="0" eaLnBrk="0" fontAlgn="base" hangingPunct="0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74808C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marL="2286000" algn="l" defTabSz="914400" rtl="0" eaLnBrk="1" latinLnBrk="0" hangingPunct="1">
              <a:defRPr sz="2000" kern="1200">
                <a:solidFill>
                  <a:srgbClr val="74808C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marL="2743200" algn="l" defTabSz="914400" rtl="0" eaLnBrk="1" latinLnBrk="0" hangingPunct="1">
              <a:defRPr sz="2000" kern="1200">
                <a:solidFill>
                  <a:srgbClr val="74808C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marL="3200400" algn="l" defTabSz="914400" rtl="0" eaLnBrk="1" latinLnBrk="0" hangingPunct="1">
              <a:defRPr sz="2000" kern="1200">
                <a:solidFill>
                  <a:srgbClr val="74808C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marL="3657600" algn="l" defTabSz="914400" rtl="0" eaLnBrk="1" latinLnBrk="0" hangingPunct="1">
              <a:defRPr sz="2000" kern="1200">
                <a:solidFill>
                  <a:srgbClr val="74808C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>
            <a:pPr>
              <a:lnSpc>
                <a:spcPct val="150000"/>
              </a:lnSpc>
            </a:pPr>
            <a:r>
              <a:rPr lang="ko-KR" altLang="en-US" sz="1400" b="1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①</a:t>
            </a:r>
            <a:r>
              <a:rPr lang="en-US" altLang="ko-KR" sz="1400" b="1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 Load Balancer </a:t>
            </a:r>
            <a:r>
              <a:rPr lang="ko-KR" altLang="en-US" sz="1400" b="1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배치</a:t>
            </a:r>
          </a:p>
        </p:txBody>
      </p:sp>
      <p:sp>
        <p:nvSpPr>
          <p:cNvPr id="90" name="TextBox 93">
            <a:extLst>
              <a:ext uri="{FF2B5EF4-FFF2-40B4-BE49-F238E27FC236}">
                <a16:creationId xmlns:a16="http://schemas.microsoft.com/office/drawing/2014/main" id="{74AB21FA-2FEF-170F-FEA6-E72D927DC4C7}"/>
              </a:ext>
            </a:extLst>
          </p:cNvPr>
          <p:cNvSpPr txBox="1"/>
          <p:nvPr/>
        </p:nvSpPr>
        <p:spPr>
          <a:xfrm>
            <a:off x="975429" y="2901932"/>
            <a:ext cx="3265556" cy="47808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none" rtlCol="0">
            <a:noAutofit/>
          </a:bodyPr>
          <a:lstStyle>
            <a:defPPr>
              <a:defRPr lang="en-US"/>
            </a:defPPr>
            <a:lvl1pPr>
              <a:lnSpc>
                <a:spcPct val="150000"/>
              </a:lnSpc>
              <a:defRPr b="1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457200" indent="-228600" algn="l" defTabSz="825500" rtl="0" eaLnBrk="0" fontAlgn="base" hangingPunct="0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74808C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marL="914400" indent="-457200" algn="l" defTabSz="825500" rtl="0" eaLnBrk="0" fontAlgn="base" hangingPunct="0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74808C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marL="1371600" indent="-685800" algn="l" defTabSz="825500" rtl="0" eaLnBrk="0" fontAlgn="base" hangingPunct="0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74808C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marL="1828800" indent="-914400" algn="l" defTabSz="825500" rtl="0" eaLnBrk="0" fontAlgn="base" hangingPunct="0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74808C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marL="2286000" algn="l" defTabSz="914400" rtl="0" eaLnBrk="1" latinLnBrk="0" hangingPunct="1">
              <a:defRPr sz="2000" kern="1200">
                <a:solidFill>
                  <a:srgbClr val="74808C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marL="2743200" algn="l" defTabSz="914400" rtl="0" eaLnBrk="1" latinLnBrk="0" hangingPunct="1">
              <a:defRPr sz="2000" kern="1200">
                <a:solidFill>
                  <a:srgbClr val="74808C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marL="3200400" algn="l" defTabSz="914400" rtl="0" eaLnBrk="1" latinLnBrk="0" hangingPunct="1">
              <a:defRPr sz="2000" kern="1200">
                <a:solidFill>
                  <a:srgbClr val="74808C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marL="3657600" algn="l" defTabSz="914400" rtl="0" eaLnBrk="1" latinLnBrk="0" hangingPunct="1">
              <a:defRPr sz="2000" kern="1200">
                <a:solidFill>
                  <a:srgbClr val="74808C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altLang="ko-KR" sz="900" b="0" dirty="0">
                <a:solidFill>
                  <a:schemeClr val="tx1"/>
                </a:solidFill>
              </a:rPr>
              <a:t>Consumer Failover </a:t>
            </a:r>
            <a:r>
              <a:rPr lang="ko-KR" altLang="en-US" sz="900" b="0" dirty="0">
                <a:solidFill>
                  <a:schemeClr val="tx1"/>
                </a:solidFill>
              </a:rPr>
              <a:t>지원</a:t>
            </a:r>
            <a:endParaRPr lang="en-US" altLang="ko-KR" sz="900" b="0" dirty="0">
              <a:solidFill>
                <a:schemeClr val="tx1"/>
              </a:solidFill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altLang="ko-KR" sz="900" b="0" dirty="0">
                <a:solidFill>
                  <a:schemeClr val="tx1"/>
                </a:solidFill>
              </a:rPr>
              <a:t>End-Point </a:t>
            </a:r>
            <a:r>
              <a:rPr lang="ko-KR" altLang="en-US" sz="900" b="0" dirty="0">
                <a:solidFill>
                  <a:schemeClr val="tx1"/>
                </a:solidFill>
              </a:rPr>
              <a:t>통합 관리로 운영 효율성 향상</a:t>
            </a:r>
            <a:endParaRPr lang="en-US" altLang="ko-KR" sz="900" b="0" dirty="0">
              <a:solidFill>
                <a:schemeClr val="tx1"/>
              </a:solidFill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altLang="ko-KR" sz="900" b="0" dirty="0">
                <a:solidFill>
                  <a:schemeClr val="tx1"/>
                </a:solidFill>
              </a:rPr>
              <a:t>Consumer </a:t>
            </a:r>
            <a:r>
              <a:rPr lang="ko-KR" altLang="en-US" sz="900" b="0" dirty="0">
                <a:solidFill>
                  <a:schemeClr val="tx1"/>
                </a:solidFill>
              </a:rPr>
              <a:t>서버 </a:t>
            </a:r>
            <a:r>
              <a:rPr lang="en-US" altLang="ko-KR" sz="900" b="0" dirty="0">
                <a:solidFill>
                  <a:schemeClr val="tx1"/>
                </a:solidFill>
              </a:rPr>
              <a:t>Scale-out </a:t>
            </a:r>
            <a:r>
              <a:rPr lang="ko-KR" altLang="en-US" sz="900" b="0" dirty="0">
                <a:solidFill>
                  <a:schemeClr val="tx1"/>
                </a:solidFill>
              </a:rPr>
              <a:t>용이</a:t>
            </a:r>
            <a:endParaRPr lang="ko-KR" altLang="en-US" sz="900" dirty="0">
              <a:solidFill>
                <a:schemeClr val="tx1"/>
              </a:solidFill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endParaRPr lang="ko-KR" altLang="en-US" sz="900" b="0" dirty="0">
              <a:solidFill>
                <a:schemeClr val="tx1"/>
              </a:solidFill>
            </a:endParaRPr>
          </a:p>
        </p:txBody>
      </p:sp>
      <p:sp>
        <p:nvSpPr>
          <p:cNvPr id="93" name="TextBox 93">
            <a:extLst>
              <a:ext uri="{FF2B5EF4-FFF2-40B4-BE49-F238E27FC236}">
                <a16:creationId xmlns:a16="http://schemas.microsoft.com/office/drawing/2014/main" id="{9D4DCD47-D604-4304-0BB3-CBB092E3E244}"/>
              </a:ext>
            </a:extLst>
          </p:cNvPr>
          <p:cNvSpPr txBox="1"/>
          <p:nvPr/>
        </p:nvSpPr>
        <p:spPr>
          <a:xfrm>
            <a:off x="892564" y="4090662"/>
            <a:ext cx="3247276" cy="316989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none" rtlCol="0" anchor="ctr">
            <a:noAutofit/>
          </a:bodyPr>
          <a:lstStyle>
            <a:defPPr>
              <a:defRPr lang="en-US"/>
            </a:defPPr>
            <a:lvl1pPr algn="l" defTabSz="825500" rtl="0" eaLnBrk="0" fontAlgn="base" hangingPunct="0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74808C"/>
                </a:solidFill>
                <a:latin typeface="Poppins"/>
                <a:ea typeface="Poppins"/>
                <a:cs typeface="Poppins"/>
                <a:sym typeface="Poppins"/>
              </a:defRPr>
            </a:lvl1pPr>
            <a:lvl2pPr marL="457200" indent="-228600" algn="l" defTabSz="825500" rtl="0" eaLnBrk="0" fontAlgn="base" hangingPunct="0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74808C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marL="914400" indent="-457200" algn="l" defTabSz="825500" rtl="0" eaLnBrk="0" fontAlgn="base" hangingPunct="0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74808C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marL="1371600" indent="-685800" algn="l" defTabSz="825500" rtl="0" eaLnBrk="0" fontAlgn="base" hangingPunct="0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74808C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marL="1828800" indent="-914400" algn="l" defTabSz="825500" rtl="0" eaLnBrk="0" fontAlgn="base" hangingPunct="0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74808C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marL="2286000" algn="l" defTabSz="914400" rtl="0" eaLnBrk="1" latinLnBrk="0" hangingPunct="1">
              <a:defRPr sz="2000" kern="1200">
                <a:solidFill>
                  <a:srgbClr val="74808C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marL="2743200" algn="l" defTabSz="914400" rtl="0" eaLnBrk="1" latinLnBrk="0" hangingPunct="1">
              <a:defRPr sz="2000" kern="1200">
                <a:solidFill>
                  <a:srgbClr val="74808C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marL="3200400" algn="l" defTabSz="914400" rtl="0" eaLnBrk="1" latinLnBrk="0" hangingPunct="1">
              <a:defRPr sz="2000" kern="1200">
                <a:solidFill>
                  <a:srgbClr val="74808C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marL="3657600" algn="l" defTabSz="914400" rtl="0" eaLnBrk="1" latinLnBrk="0" hangingPunct="1">
              <a:defRPr sz="2000" kern="1200">
                <a:solidFill>
                  <a:srgbClr val="74808C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>
            <a:pPr>
              <a:lnSpc>
                <a:spcPct val="150000"/>
              </a:lnSpc>
            </a:pPr>
            <a:r>
              <a:rPr lang="ko-KR" altLang="en-US" sz="1400" b="1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③</a:t>
            </a:r>
            <a:r>
              <a:rPr lang="en-US" altLang="ko-KR" sz="1400" b="1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 Load Balancer </a:t>
            </a:r>
            <a:r>
              <a:rPr lang="ko-KR" altLang="en-US" sz="1400" b="1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이중화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740B79C0-B61A-6931-E2D3-DFB8EE75B0E8}"/>
              </a:ext>
            </a:extLst>
          </p:cNvPr>
          <p:cNvSpPr txBox="1"/>
          <p:nvPr/>
        </p:nvSpPr>
        <p:spPr>
          <a:xfrm>
            <a:off x="968673" y="4427546"/>
            <a:ext cx="3265556" cy="47808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none" rtlCol="0">
            <a:noAutofit/>
          </a:bodyPr>
          <a:lstStyle>
            <a:defPPr>
              <a:defRPr lang="en-US"/>
            </a:defPPr>
            <a:lvl1pPr>
              <a:lnSpc>
                <a:spcPct val="150000"/>
              </a:lnSpc>
              <a:defRPr b="1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457200" indent="-228600" algn="l" defTabSz="825500" rtl="0" eaLnBrk="0" fontAlgn="base" hangingPunct="0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74808C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marL="914400" indent="-457200" algn="l" defTabSz="825500" rtl="0" eaLnBrk="0" fontAlgn="base" hangingPunct="0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74808C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marL="1371600" indent="-685800" algn="l" defTabSz="825500" rtl="0" eaLnBrk="0" fontAlgn="base" hangingPunct="0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74808C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marL="1828800" indent="-914400" algn="l" defTabSz="825500" rtl="0" eaLnBrk="0" fontAlgn="base" hangingPunct="0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74808C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marL="2286000" algn="l" defTabSz="914400" rtl="0" eaLnBrk="1" latinLnBrk="0" hangingPunct="1">
              <a:defRPr sz="2000" kern="1200">
                <a:solidFill>
                  <a:srgbClr val="74808C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marL="2743200" algn="l" defTabSz="914400" rtl="0" eaLnBrk="1" latinLnBrk="0" hangingPunct="1">
              <a:defRPr sz="2000" kern="1200">
                <a:solidFill>
                  <a:srgbClr val="74808C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marL="3200400" algn="l" defTabSz="914400" rtl="0" eaLnBrk="1" latinLnBrk="0" hangingPunct="1">
              <a:defRPr sz="2000" kern="1200">
                <a:solidFill>
                  <a:srgbClr val="74808C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marL="3657600" algn="l" defTabSz="914400" rtl="0" eaLnBrk="1" latinLnBrk="0" hangingPunct="1">
              <a:defRPr sz="2000" kern="1200">
                <a:solidFill>
                  <a:srgbClr val="74808C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altLang="ko-KR" sz="900" b="0" dirty="0">
                <a:solidFill>
                  <a:schemeClr val="tx1"/>
                </a:solidFill>
              </a:rPr>
              <a:t>Load</a:t>
            </a:r>
            <a:r>
              <a:rPr lang="ko-KR" altLang="en-US" sz="900" b="0" dirty="0">
                <a:solidFill>
                  <a:schemeClr val="tx1"/>
                </a:solidFill>
              </a:rPr>
              <a:t> </a:t>
            </a:r>
            <a:r>
              <a:rPr lang="en-US" altLang="ko-KR" sz="900" b="0" dirty="0">
                <a:solidFill>
                  <a:schemeClr val="tx1"/>
                </a:solidFill>
              </a:rPr>
              <a:t>Balancer</a:t>
            </a:r>
            <a:r>
              <a:rPr lang="ko-KR" altLang="en-US" sz="900" b="0" dirty="0">
                <a:solidFill>
                  <a:schemeClr val="tx1"/>
                </a:solidFill>
              </a:rPr>
              <a:t> 두 대를 </a:t>
            </a:r>
            <a:r>
              <a:rPr lang="en-US" altLang="ko-KR" sz="900" b="0" dirty="0">
                <a:solidFill>
                  <a:schemeClr val="tx1"/>
                </a:solidFill>
              </a:rPr>
              <a:t>Virtual LAN</a:t>
            </a:r>
            <a:r>
              <a:rPr lang="ko-KR" altLang="en-US" sz="900" b="0" dirty="0">
                <a:solidFill>
                  <a:schemeClr val="tx1"/>
                </a:solidFill>
              </a:rPr>
              <a:t>으로 이중화</a:t>
            </a:r>
            <a:endParaRPr lang="en-US" altLang="ko-KR" sz="900" b="0" dirty="0">
              <a:solidFill>
                <a:schemeClr val="tx1"/>
              </a:solidFill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ko-KR" altLang="en-US" sz="900" b="0" dirty="0">
                <a:solidFill>
                  <a:schemeClr val="tx1"/>
                </a:solidFill>
              </a:rPr>
              <a:t>추가 장비 불필요</a:t>
            </a:r>
            <a:endParaRPr lang="en-US" altLang="ko-KR" sz="900" b="0" dirty="0">
              <a:solidFill>
                <a:schemeClr val="tx1"/>
              </a:solidFill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ko-KR" altLang="en-US" sz="900" b="0" dirty="0">
                <a:solidFill>
                  <a:schemeClr val="tx1"/>
                </a:solidFill>
              </a:rPr>
              <a:t>가상 </a:t>
            </a:r>
            <a:r>
              <a:rPr lang="en-US" altLang="ko-KR" sz="900" b="0" dirty="0">
                <a:solidFill>
                  <a:schemeClr val="tx1"/>
                </a:solidFill>
              </a:rPr>
              <a:t>IP </a:t>
            </a:r>
            <a:r>
              <a:rPr lang="ko-KR" altLang="en-US" sz="900" b="0" dirty="0">
                <a:solidFill>
                  <a:schemeClr val="tx1"/>
                </a:solidFill>
              </a:rPr>
              <a:t>기반 </a:t>
            </a:r>
            <a:r>
              <a:rPr lang="en-US" altLang="ko-KR" sz="900" b="0" dirty="0">
                <a:solidFill>
                  <a:schemeClr val="tx1"/>
                </a:solidFill>
              </a:rPr>
              <a:t>Active-Standby Failover </a:t>
            </a:r>
            <a:r>
              <a:rPr lang="ko-KR" altLang="en-US" sz="900" b="0" dirty="0">
                <a:solidFill>
                  <a:schemeClr val="tx1"/>
                </a:solidFill>
              </a:rPr>
              <a:t>지원</a:t>
            </a:r>
            <a:endParaRPr lang="en-US" altLang="ko-KR" sz="900" b="0" dirty="0">
              <a:solidFill>
                <a:schemeClr val="tx1"/>
              </a:solidFill>
            </a:endParaRPr>
          </a:p>
        </p:txBody>
      </p:sp>
      <p:sp>
        <p:nvSpPr>
          <p:cNvPr id="102" name="TextBox 93">
            <a:extLst>
              <a:ext uri="{FF2B5EF4-FFF2-40B4-BE49-F238E27FC236}">
                <a16:creationId xmlns:a16="http://schemas.microsoft.com/office/drawing/2014/main" id="{BDFB6FB0-8FAF-12F0-4D9F-3CA5D2ADB1D8}"/>
              </a:ext>
            </a:extLst>
          </p:cNvPr>
          <p:cNvSpPr txBox="1"/>
          <p:nvPr/>
        </p:nvSpPr>
        <p:spPr>
          <a:xfrm>
            <a:off x="7964259" y="5037579"/>
            <a:ext cx="2957265" cy="316989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none" rtlCol="0" anchor="ctr">
            <a:noAutofit/>
          </a:bodyPr>
          <a:lstStyle>
            <a:defPPr>
              <a:defRPr lang="en-US"/>
            </a:defPPr>
            <a:lvl1pPr algn="l" defTabSz="825500" rtl="0" eaLnBrk="0" fontAlgn="base" hangingPunct="0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74808C"/>
                </a:solidFill>
                <a:latin typeface="Poppins"/>
                <a:ea typeface="Poppins"/>
                <a:cs typeface="Poppins"/>
                <a:sym typeface="Poppins"/>
              </a:defRPr>
            </a:lvl1pPr>
            <a:lvl2pPr marL="457200" indent="-228600" algn="l" defTabSz="825500" rtl="0" eaLnBrk="0" fontAlgn="base" hangingPunct="0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74808C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marL="914400" indent="-457200" algn="l" defTabSz="825500" rtl="0" eaLnBrk="0" fontAlgn="base" hangingPunct="0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74808C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marL="1371600" indent="-685800" algn="l" defTabSz="825500" rtl="0" eaLnBrk="0" fontAlgn="base" hangingPunct="0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74808C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marL="1828800" indent="-914400" algn="l" defTabSz="825500" rtl="0" eaLnBrk="0" fontAlgn="base" hangingPunct="0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74808C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marL="2286000" algn="l" defTabSz="914400" rtl="0" eaLnBrk="1" latinLnBrk="0" hangingPunct="1">
              <a:defRPr sz="2000" kern="1200">
                <a:solidFill>
                  <a:srgbClr val="74808C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marL="2743200" algn="l" defTabSz="914400" rtl="0" eaLnBrk="1" latinLnBrk="0" hangingPunct="1">
              <a:defRPr sz="2000" kern="1200">
                <a:solidFill>
                  <a:srgbClr val="74808C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marL="3200400" algn="l" defTabSz="914400" rtl="0" eaLnBrk="1" latinLnBrk="0" hangingPunct="1">
              <a:defRPr sz="2000" kern="1200">
                <a:solidFill>
                  <a:srgbClr val="74808C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marL="3657600" algn="l" defTabSz="914400" rtl="0" eaLnBrk="1" latinLnBrk="0" hangingPunct="1">
              <a:defRPr sz="2000" kern="1200">
                <a:solidFill>
                  <a:srgbClr val="74808C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>
            <a:pPr>
              <a:lnSpc>
                <a:spcPct val="150000"/>
              </a:lnSpc>
            </a:pPr>
            <a:r>
              <a:rPr lang="en-US" altLang="ko-KR" sz="1400" b="1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④  </a:t>
            </a:r>
            <a:r>
              <a:rPr lang="ko-KR" altLang="en-US" sz="1400" b="1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단일 세션 운영</a:t>
            </a:r>
          </a:p>
        </p:txBody>
      </p:sp>
      <p:sp>
        <p:nvSpPr>
          <p:cNvPr id="103" name="TextBox 93">
            <a:extLst>
              <a:ext uri="{FF2B5EF4-FFF2-40B4-BE49-F238E27FC236}">
                <a16:creationId xmlns:a16="http://schemas.microsoft.com/office/drawing/2014/main" id="{9E927939-CD53-8017-F550-0AF650398F59}"/>
              </a:ext>
            </a:extLst>
          </p:cNvPr>
          <p:cNvSpPr txBox="1"/>
          <p:nvPr/>
        </p:nvSpPr>
        <p:spPr>
          <a:xfrm>
            <a:off x="8040369" y="5374463"/>
            <a:ext cx="3265556" cy="47808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none" rtlCol="0">
            <a:noAutofit/>
          </a:bodyPr>
          <a:lstStyle>
            <a:defPPr>
              <a:defRPr lang="en-US"/>
            </a:defPPr>
            <a:lvl1pPr>
              <a:lnSpc>
                <a:spcPct val="150000"/>
              </a:lnSpc>
              <a:defRPr b="1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457200" indent="-228600" algn="l" defTabSz="825500" rtl="0" eaLnBrk="0" fontAlgn="base" hangingPunct="0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74808C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marL="914400" indent="-457200" algn="l" defTabSz="825500" rtl="0" eaLnBrk="0" fontAlgn="base" hangingPunct="0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74808C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marL="1371600" indent="-685800" algn="l" defTabSz="825500" rtl="0" eaLnBrk="0" fontAlgn="base" hangingPunct="0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74808C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marL="1828800" indent="-914400" algn="l" defTabSz="825500" rtl="0" eaLnBrk="0" fontAlgn="base" hangingPunct="0">
              <a:spcBef>
                <a:spcPct val="0"/>
              </a:spcBef>
              <a:spcAft>
                <a:spcPct val="0"/>
              </a:spcAft>
              <a:defRPr sz="2000" kern="1200">
                <a:solidFill>
                  <a:srgbClr val="74808C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marL="2286000" algn="l" defTabSz="914400" rtl="0" eaLnBrk="1" latinLnBrk="0" hangingPunct="1">
              <a:defRPr sz="2000" kern="1200">
                <a:solidFill>
                  <a:srgbClr val="74808C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marL="2743200" algn="l" defTabSz="914400" rtl="0" eaLnBrk="1" latinLnBrk="0" hangingPunct="1">
              <a:defRPr sz="2000" kern="1200">
                <a:solidFill>
                  <a:srgbClr val="74808C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marL="3200400" algn="l" defTabSz="914400" rtl="0" eaLnBrk="1" latinLnBrk="0" hangingPunct="1">
              <a:defRPr sz="2000" kern="1200">
                <a:solidFill>
                  <a:srgbClr val="74808C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marL="3657600" algn="l" defTabSz="914400" rtl="0" eaLnBrk="1" latinLnBrk="0" hangingPunct="1">
              <a:defRPr sz="2000" kern="1200">
                <a:solidFill>
                  <a:srgbClr val="74808C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>
            <a:pPr marL="171450" indent="-171450">
              <a:buFont typeface="Arial" panose="020B0604020202020204" pitchFamily="34" charset="0"/>
              <a:buChar char="•"/>
            </a:pPr>
            <a:r>
              <a:rPr lang="ko-KR" altLang="en-US" sz="900" b="0" dirty="0">
                <a:solidFill>
                  <a:schemeClr val="tx1"/>
                </a:solidFill>
              </a:rPr>
              <a:t>현행 이중화 데이터 세션 단일화</a:t>
            </a:r>
            <a:endParaRPr lang="en-US" altLang="ko-KR" sz="900" b="0" dirty="0">
              <a:solidFill>
                <a:schemeClr val="tx1"/>
              </a:solidFill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ko-KR" altLang="en-US" sz="900" dirty="0">
                <a:solidFill>
                  <a:schemeClr val="tx1"/>
                </a:solidFill>
              </a:rPr>
              <a:t>데이터 중복 전송 가능성 원천 차단</a:t>
            </a:r>
          </a:p>
        </p:txBody>
      </p:sp>
      <p:sp>
        <p:nvSpPr>
          <p:cNvPr id="107" name="사각형: 둥근 모서리 106">
            <a:extLst>
              <a:ext uri="{FF2B5EF4-FFF2-40B4-BE49-F238E27FC236}">
                <a16:creationId xmlns:a16="http://schemas.microsoft.com/office/drawing/2014/main" id="{9292F8CD-58DE-B6CB-0750-2E2E82D53DDE}"/>
              </a:ext>
            </a:extLst>
          </p:cNvPr>
          <p:cNvSpPr/>
          <p:nvPr/>
        </p:nvSpPr>
        <p:spPr bwMode="auto">
          <a:xfrm>
            <a:off x="731404" y="2561915"/>
            <a:ext cx="3309671" cy="2889945"/>
          </a:xfrm>
          <a:prstGeom prst="roundRect">
            <a:avLst>
              <a:gd name="adj" fmla="val 5648"/>
            </a:avLst>
          </a:prstGeom>
          <a:noFill/>
          <a:ln w="12700" cap="flat" cmpd="sng" algn="ctr">
            <a:solidFill>
              <a:srgbClr val="99CCFF"/>
            </a:solidFill>
            <a:prstDash val="solid"/>
            <a:miter lim="400000"/>
            <a:headEnd type="none" w="med" len="med"/>
            <a:tailEnd type="none" w="med" len="med"/>
          </a:ln>
          <a:effectLst>
            <a:outerShdw blurRad="25400" algn="ctr" rotWithShape="0">
              <a:srgbClr val="000000">
                <a:alpha val="50000"/>
              </a:srgbClr>
            </a:outerShdw>
          </a:effectLst>
        </p:spPr>
        <p:txBody>
          <a:bodyPr vert="horz" wrap="square" lIns="19050" tIns="19050" rIns="19050" bIns="19050" numCol="1" rtlCol="0" anchor="ctr" anchorCtr="0" compatLnSpc="1">
            <a:prstTxWarp prst="textNoShape">
              <a:avLst/>
            </a:prstTxWarp>
            <a:spAutoFit/>
          </a:bodyPr>
          <a:lstStyle/>
          <a:p>
            <a:pPr defTabSz="412750" fontAlgn="base" latinLnBrk="0" hangingPunct="0">
              <a:spcBef>
                <a:spcPct val="0"/>
              </a:spcBef>
              <a:spcAft>
                <a:spcPct val="0"/>
              </a:spcAft>
            </a:pPr>
            <a:endParaRPr lang="ko-KR" altLang="en-US" sz="18000" dirty="0">
              <a:latin typeface="Poppins" charset="0"/>
              <a:ea typeface="Poppins" charset="0"/>
              <a:cs typeface="Poppins" charset="0"/>
              <a:sym typeface="Poppins" charset="0"/>
            </a:endParaRPr>
          </a:p>
        </p:txBody>
      </p:sp>
      <p:sp>
        <p:nvSpPr>
          <p:cNvPr id="108" name="사각형: 둥근 모서리 107">
            <a:extLst>
              <a:ext uri="{FF2B5EF4-FFF2-40B4-BE49-F238E27FC236}">
                <a16:creationId xmlns:a16="http://schemas.microsoft.com/office/drawing/2014/main" id="{B67A4866-6010-EF89-AF86-8DD7BCE54E4F}"/>
              </a:ext>
            </a:extLst>
          </p:cNvPr>
          <p:cNvSpPr/>
          <p:nvPr/>
        </p:nvSpPr>
        <p:spPr bwMode="auto">
          <a:xfrm>
            <a:off x="7774272" y="1897211"/>
            <a:ext cx="3469442" cy="2889945"/>
          </a:xfrm>
          <a:prstGeom prst="roundRect">
            <a:avLst>
              <a:gd name="adj" fmla="val 5648"/>
            </a:avLst>
          </a:prstGeom>
          <a:noFill/>
          <a:ln w="12700" cap="flat" cmpd="sng" algn="ctr">
            <a:solidFill>
              <a:srgbClr val="99CCFF"/>
            </a:solidFill>
            <a:prstDash val="solid"/>
            <a:miter lim="400000"/>
            <a:headEnd type="none" w="med" len="med"/>
            <a:tailEnd type="none" w="med" len="med"/>
          </a:ln>
          <a:effectLst>
            <a:outerShdw blurRad="25400" algn="ctr" rotWithShape="0">
              <a:srgbClr val="000000">
                <a:alpha val="50000"/>
              </a:srgbClr>
            </a:outerShdw>
          </a:effectLst>
        </p:spPr>
        <p:txBody>
          <a:bodyPr vert="horz" wrap="square" lIns="19050" tIns="19050" rIns="19050" bIns="19050" numCol="1" rtlCol="0" anchor="ctr" anchorCtr="0" compatLnSpc="1">
            <a:prstTxWarp prst="textNoShape">
              <a:avLst/>
            </a:prstTxWarp>
            <a:spAutoFit/>
          </a:bodyPr>
          <a:lstStyle/>
          <a:p>
            <a:pPr defTabSz="412750" fontAlgn="base" latinLnBrk="0" hangingPunct="0">
              <a:spcBef>
                <a:spcPct val="0"/>
              </a:spcBef>
              <a:spcAft>
                <a:spcPct val="0"/>
              </a:spcAft>
            </a:pPr>
            <a:endParaRPr lang="ko-KR" altLang="en-US" sz="18000" dirty="0">
              <a:latin typeface="Poppins" charset="0"/>
              <a:ea typeface="Poppins" charset="0"/>
              <a:cs typeface="Poppins" charset="0"/>
              <a:sym typeface="Poppins" charset="0"/>
            </a:endParaRPr>
          </a:p>
        </p:txBody>
      </p:sp>
      <p:sp>
        <p:nvSpPr>
          <p:cNvPr id="109" name="사각형: 둥근 모서리 108">
            <a:extLst>
              <a:ext uri="{FF2B5EF4-FFF2-40B4-BE49-F238E27FC236}">
                <a16:creationId xmlns:a16="http://schemas.microsoft.com/office/drawing/2014/main" id="{00882D39-08CB-9A16-386D-559DFDA3CD3A}"/>
              </a:ext>
            </a:extLst>
          </p:cNvPr>
          <p:cNvSpPr/>
          <p:nvPr/>
        </p:nvSpPr>
        <p:spPr bwMode="auto">
          <a:xfrm>
            <a:off x="7774272" y="4849421"/>
            <a:ext cx="3469442" cy="1278965"/>
          </a:xfrm>
          <a:prstGeom prst="roundRect">
            <a:avLst>
              <a:gd name="adj" fmla="val 15472"/>
            </a:avLst>
          </a:prstGeom>
          <a:noFill/>
          <a:ln w="12700" cap="flat" cmpd="sng" algn="ctr">
            <a:solidFill>
              <a:srgbClr val="99CCFF"/>
            </a:solidFill>
            <a:prstDash val="solid"/>
            <a:miter lim="400000"/>
            <a:headEnd type="none" w="med" len="med"/>
            <a:tailEnd type="none" w="med" len="med"/>
          </a:ln>
          <a:effectLst>
            <a:outerShdw blurRad="25400" algn="ctr" rotWithShape="0">
              <a:srgbClr val="000000">
                <a:alpha val="50000"/>
              </a:srgbClr>
            </a:outerShdw>
          </a:effectLst>
        </p:spPr>
        <p:txBody>
          <a:bodyPr vert="horz" wrap="square" lIns="19050" tIns="19050" rIns="19050" bIns="19050" numCol="1" rtlCol="0" anchor="ctr" anchorCtr="0" compatLnSpc="1">
            <a:prstTxWarp prst="textNoShape">
              <a:avLst/>
            </a:prstTxWarp>
            <a:noAutofit/>
          </a:bodyPr>
          <a:lstStyle/>
          <a:p>
            <a:pPr defTabSz="412750" fontAlgn="base" latinLnBrk="0" hangingPunct="0">
              <a:spcBef>
                <a:spcPct val="0"/>
              </a:spcBef>
              <a:spcAft>
                <a:spcPct val="0"/>
              </a:spcAft>
            </a:pPr>
            <a:endParaRPr lang="ko-KR" altLang="en-US" sz="1000">
              <a:latin typeface="Poppins" charset="0"/>
              <a:ea typeface="Poppins" charset="0"/>
              <a:cs typeface="Poppins" charset="0"/>
              <a:sym typeface="Poppins" charset="0"/>
            </a:endParaRPr>
          </a:p>
        </p:txBody>
      </p:sp>
      <p:grpSp>
        <p:nvGrpSpPr>
          <p:cNvPr id="129" name="그룹 128">
            <a:extLst>
              <a:ext uri="{FF2B5EF4-FFF2-40B4-BE49-F238E27FC236}">
                <a16:creationId xmlns:a16="http://schemas.microsoft.com/office/drawing/2014/main" id="{6101B939-39B2-1F57-151F-5C162B6FE2CF}"/>
              </a:ext>
            </a:extLst>
          </p:cNvPr>
          <p:cNvGrpSpPr/>
          <p:nvPr/>
        </p:nvGrpSpPr>
        <p:grpSpPr>
          <a:xfrm>
            <a:off x="3148606" y="1580397"/>
            <a:ext cx="1557913" cy="1295319"/>
            <a:chOff x="6491805" y="1861003"/>
            <a:chExt cx="3115826" cy="2590637"/>
          </a:xfrm>
        </p:grpSpPr>
        <p:grpSp>
          <p:nvGrpSpPr>
            <p:cNvPr id="128" name="그룹 127">
              <a:extLst>
                <a:ext uri="{FF2B5EF4-FFF2-40B4-BE49-F238E27FC236}">
                  <a16:creationId xmlns:a16="http://schemas.microsoft.com/office/drawing/2014/main" id="{91699FA0-D399-19ED-C161-EFECF8660677}"/>
                </a:ext>
              </a:extLst>
            </p:cNvPr>
            <p:cNvGrpSpPr/>
            <p:nvPr/>
          </p:nvGrpSpPr>
          <p:grpSpPr>
            <a:xfrm>
              <a:off x="6491805" y="1861003"/>
              <a:ext cx="3115826" cy="2590637"/>
              <a:chOff x="7806338" y="1309172"/>
              <a:chExt cx="3115826" cy="2590637"/>
            </a:xfrm>
          </p:grpSpPr>
          <p:pic>
            <p:nvPicPr>
              <p:cNvPr id="126" name="그림 125" descr="텍스트이(가) 표시된 사진&#10;&#10;자동 생성된 설명">
                <a:extLst>
                  <a:ext uri="{FF2B5EF4-FFF2-40B4-BE49-F238E27FC236}">
                    <a16:creationId xmlns:a16="http://schemas.microsoft.com/office/drawing/2014/main" id="{6393B5E6-F692-F4FD-DE6F-FACEBB834AF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 rot="1455743">
                <a:off x="7806338" y="1309172"/>
                <a:ext cx="3115826" cy="2512763"/>
              </a:xfrm>
              <a:prstGeom prst="rect">
                <a:avLst/>
              </a:prstGeom>
            </p:spPr>
          </p:pic>
          <p:sp>
            <p:nvSpPr>
              <p:cNvPr id="127" name="타원 126">
                <a:extLst>
                  <a:ext uri="{FF2B5EF4-FFF2-40B4-BE49-F238E27FC236}">
                    <a16:creationId xmlns:a16="http://schemas.microsoft.com/office/drawing/2014/main" id="{922EB93D-49E7-F5AD-7F70-F6F224E00BFD}"/>
                  </a:ext>
                </a:extLst>
              </p:cNvPr>
              <p:cNvSpPr/>
              <p:nvPr/>
            </p:nvSpPr>
            <p:spPr bwMode="auto">
              <a:xfrm>
                <a:off x="8295931" y="3315492"/>
                <a:ext cx="2305099" cy="584317"/>
              </a:xfrm>
              <a:prstGeom prst="ellipse">
                <a:avLst/>
              </a:prstGeom>
              <a:solidFill>
                <a:schemeClr val="bg1">
                  <a:alpha val="30000"/>
                </a:schemeClr>
              </a:solidFill>
              <a:ln w="12700" cap="flat" cmpd="sng" algn="ctr">
                <a:noFill/>
                <a:prstDash val="solid"/>
                <a:miter lim="400000"/>
                <a:headEnd type="none" w="med" len="med"/>
                <a:tailEnd type="none" w="med" len="med"/>
              </a:ln>
              <a:effectLst>
                <a:outerShdw blurRad="25400" algn="ctr" rotWithShape="0">
                  <a:srgbClr val="000000">
                    <a:alpha val="50000"/>
                  </a:srgbClr>
                </a:outerShdw>
                <a:softEdge rad="190500"/>
              </a:effectLst>
            </p:spPr>
            <p:txBody>
              <a:bodyPr vert="horz" wrap="square" lIns="19050" tIns="19050" rIns="19050" bIns="19050" numCol="1" rtlCol="0" anchor="ctr" anchorCtr="0" compatLnSpc="1">
                <a:prstTxWarp prst="textNoShape">
                  <a:avLst/>
                </a:prstTxWarp>
                <a:noAutofit/>
              </a:bodyPr>
              <a:lstStyle/>
              <a:p>
                <a:pPr defTabSz="412750" fontAlgn="base" latinLnBrk="0" hangingPunct="0">
                  <a:spcBef>
                    <a:spcPct val="0"/>
                  </a:spcBef>
                  <a:spcAft>
                    <a:spcPct val="0"/>
                  </a:spcAft>
                </a:pPr>
                <a:endParaRPr lang="ko-KR" altLang="en-US" sz="1000">
                  <a:latin typeface="Poppins" charset="0"/>
                  <a:ea typeface="Poppins" charset="0"/>
                  <a:cs typeface="Poppins" charset="0"/>
                  <a:sym typeface="Poppins" charset="0"/>
                </a:endParaRPr>
              </a:p>
            </p:txBody>
          </p:sp>
        </p:grpSp>
        <p:sp>
          <p:nvSpPr>
            <p:cNvPr id="113" name="직사각형 112">
              <a:extLst>
                <a:ext uri="{FF2B5EF4-FFF2-40B4-BE49-F238E27FC236}">
                  <a16:creationId xmlns:a16="http://schemas.microsoft.com/office/drawing/2014/main" id="{8587093C-5E4C-A9B2-9094-86970B9DD840}"/>
                </a:ext>
              </a:extLst>
            </p:cNvPr>
            <p:cNvSpPr/>
            <p:nvPr/>
          </p:nvSpPr>
          <p:spPr bwMode="auto">
            <a:xfrm rot="20347260">
              <a:off x="7156549" y="2731600"/>
              <a:ext cx="1669457" cy="608525"/>
            </a:xfrm>
            <a:prstGeom prst="rect">
              <a:avLst/>
            </a:prstGeom>
            <a:noFill/>
            <a:ln w="12700" cap="flat" cmpd="sng" algn="ctr">
              <a:noFill/>
              <a:prstDash val="solid"/>
              <a:miter lim="400000"/>
              <a:headEnd type="none" w="med" len="med"/>
              <a:tailEnd type="none" w="med" len="med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vert="horz" wrap="square" lIns="13500" tIns="13500" rIns="13500" bIns="13500" numCol="1" rtlCol="0" anchor="ctr" anchorCtr="0" compatLnSpc="1">
              <a:prstTxWarp prst="textNoShape">
                <a:avLst/>
              </a:prstTxWarp>
              <a:noAutofit/>
            </a:bodyPr>
            <a:lstStyle/>
            <a:p>
              <a:pPr algn="ctr" eaLnBrk="1"/>
              <a:r>
                <a:rPr lang="en-US" altLang="ko-KR" sz="900" b="1" dirty="0">
                  <a:solidFill>
                    <a:schemeClr val="bg1"/>
                  </a:solidFill>
                  <a:latin typeface="+mj-ea"/>
                  <a:ea typeface="+mj-ea"/>
                  <a:sym typeface="Poppins" charset="0"/>
                </a:rPr>
                <a:t>Single Point of </a:t>
              </a:r>
            </a:p>
            <a:p>
              <a:pPr algn="ctr" eaLnBrk="1"/>
              <a:r>
                <a:rPr lang="en-US" altLang="ko-KR" sz="900" b="1" dirty="0">
                  <a:solidFill>
                    <a:schemeClr val="bg1"/>
                  </a:solidFill>
                  <a:latin typeface="+mj-ea"/>
                  <a:ea typeface="+mj-ea"/>
                  <a:sym typeface="Poppins" charset="0"/>
                </a:rPr>
                <a:t>Failure </a:t>
              </a:r>
              <a:r>
                <a:rPr lang="ko-KR" altLang="en-US" sz="900" b="1" dirty="0">
                  <a:solidFill>
                    <a:schemeClr val="bg1"/>
                  </a:solidFill>
                  <a:latin typeface="+mj-ea"/>
                  <a:ea typeface="+mj-ea"/>
                  <a:sym typeface="Poppins" charset="0"/>
                </a:rPr>
                <a:t>해결</a:t>
              </a:r>
              <a:endParaRPr lang="en-US" altLang="ko-KR" sz="900" b="1" dirty="0">
                <a:solidFill>
                  <a:schemeClr val="bg1"/>
                </a:solidFill>
                <a:latin typeface="+mj-ea"/>
                <a:ea typeface="+mj-ea"/>
                <a:sym typeface="Poppins" charset="0"/>
              </a:endParaRPr>
            </a:p>
          </p:txBody>
        </p:sp>
      </p:grpSp>
      <p:grpSp>
        <p:nvGrpSpPr>
          <p:cNvPr id="130" name="그룹 129">
            <a:extLst>
              <a:ext uri="{FF2B5EF4-FFF2-40B4-BE49-F238E27FC236}">
                <a16:creationId xmlns:a16="http://schemas.microsoft.com/office/drawing/2014/main" id="{1B92784D-DA14-7AF8-A12C-2DADFFBBC67F}"/>
              </a:ext>
            </a:extLst>
          </p:cNvPr>
          <p:cNvGrpSpPr/>
          <p:nvPr/>
        </p:nvGrpSpPr>
        <p:grpSpPr>
          <a:xfrm>
            <a:off x="9979899" y="1016732"/>
            <a:ext cx="1557913" cy="1295319"/>
            <a:chOff x="6491805" y="1861003"/>
            <a:chExt cx="3115826" cy="2590637"/>
          </a:xfrm>
        </p:grpSpPr>
        <p:grpSp>
          <p:nvGrpSpPr>
            <p:cNvPr id="131" name="그룹 130">
              <a:extLst>
                <a:ext uri="{FF2B5EF4-FFF2-40B4-BE49-F238E27FC236}">
                  <a16:creationId xmlns:a16="http://schemas.microsoft.com/office/drawing/2014/main" id="{A879E9EC-0A20-4C8E-D2CA-14697314341A}"/>
                </a:ext>
              </a:extLst>
            </p:cNvPr>
            <p:cNvGrpSpPr/>
            <p:nvPr/>
          </p:nvGrpSpPr>
          <p:grpSpPr>
            <a:xfrm>
              <a:off x="6491805" y="1861003"/>
              <a:ext cx="3115826" cy="2590637"/>
              <a:chOff x="7806338" y="1309172"/>
              <a:chExt cx="3115826" cy="2590637"/>
            </a:xfrm>
          </p:grpSpPr>
          <p:pic>
            <p:nvPicPr>
              <p:cNvPr id="133" name="그림 132" descr="텍스트이(가) 표시된 사진&#10;&#10;자동 생성된 설명">
                <a:extLst>
                  <a:ext uri="{FF2B5EF4-FFF2-40B4-BE49-F238E27FC236}">
                    <a16:creationId xmlns:a16="http://schemas.microsoft.com/office/drawing/2014/main" id="{39053A0D-F4C7-EBD2-50BF-117A4F3D9C1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 rot="1455743">
                <a:off x="7806338" y="1309172"/>
                <a:ext cx="3115826" cy="2512763"/>
              </a:xfrm>
              <a:prstGeom prst="rect">
                <a:avLst/>
              </a:prstGeom>
            </p:spPr>
          </p:pic>
          <p:sp>
            <p:nvSpPr>
              <p:cNvPr id="134" name="타원 133">
                <a:extLst>
                  <a:ext uri="{FF2B5EF4-FFF2-40B4-BE49-F238E27FC236}">
                    <a16:creationId xmlns:a16="http://schemas.microsoft.com/office/drawing/2014/main" id="{0AD2AA64-DA14-6830-00C7-A8B69D298D64}"/>
                  </a:ext>
                </a:extLst>
              </p:cNvPr>
              <p:cNvSpPr/>
              <p:nvPr/>
            </p:nvSpPr>
            <p:spPr bwMode="auto">
              <a:xfrm>
                <a:off x="8295931" y="3315492"/>
                <a:ext cx="2305099" cy="584317"/>
              </a:xfrm>
              <a:prstGeom prst="ellipse">
                <a:avLst/>
              </a:prstGeom>
              <a:solidFill>
                <a:schemeClr val="bg1">
                  <a:alpha val="30000"/>
                </a:schemeClr>
              </a:solidFill>
              <a:ln w="12700" cap="flat" cmpd="sng" algn="ctr">
                <a:noFill/>
                <a:prstDash val="solid"/>
                <a:miter lim="400000"/>
                <a:headEnd type="none" w="med" len="med"/>
                <a:tailEnd type="none" w="med" len="med"/>
              </a:ln>
              <a:effectLst>
                <a:outerShdw blurRad="25400" algn="ctr" rotWithShape="0">
                  <a:srgbClr val="000000">
                    <a:alpha val="50000"/>
                  </a:srgbClr>
                </a:outerShdw>
                <a:softEdge rad="190500"/>
              </a:effectLst>
            </p:spPr>
            <p:txBody>
              <a:bodyPr vert="horz" wrap="square" lIns="19050" tIns="19050" rIns="19050" bIns="19050" numCol="1" rtlCol="0" anchor="ctr" anchorCtr="0" compatLnSpc="1">
                <a:prstTxWarp prst="textNoShape">
                  <a:avLst/>
                </a:prstTxWarp>
                <a:noAutofit/>
              </a:bodyPr>
              <a:lstStyle/>
              <a:p>
                <a:pPr defTabSz="412750" fontAlgn="base" latinLnBrk="0" hangingPunct="0">
                  <a:spcBef>
                    <a:spcPct val="0"/>
                  </a:spcBef>
                  <a:spcAft>
                    <a:spcPct val="0"/>
                  </a:spcAft>
                </a:pPr>
                <a:endParaRPr lang="ko-KR" altLang="en-US" sz="1000">
                  <a:latin typeface="Poppins" charset="0"/>
                  <a:ea typeface="Poppins" charset="0"/>
                  <a:cs typeface="Poppins" charset="0"/>
                  <a:sym typeface="Poppins" charset="0"/>
                </a:endParaRPr>
              </a:p>
            </p:txBody>
          </p:sp>
        </p:grpSp>
        <p:sp>
          <p:nvSpPr>
            <p:cNvPr id="132" name="직사각형 131">
              <a:extLst>
                <a:ext uri="{FF2B5EF4-FFF2-40B4-BE49-F238E27FC236}">
                  <a16:creationId xmlns:a16="http://schemas.microsoft.com/office/drawing/2014/main" id="{2680D61A-7EE8-C767-47B5-0366F2CB622F}"/>
                </a:ext>
              </a:extLst>
            </p:cNvPr>
            <p:cNvSpPr/>
            <p:nvPr/>
          </p:nvSpPr>
          <p:spPr bwMode="auto">
            <a:xfrm rot="20347260">
              <a:off x="6850783" y="2741785"/>
              <a:ext cx="2263728" cy="608525"/>
            </a:xfrm>
            <a:prstGeom prst="rect">
              <a:avLst/>
            </a:prstGeom>
            <a:noFill/>
            <a:ln w="12700" cap="flat" cmpd="sng" algn="ctr">
              <a:noFill/>
              <a:prstDash val="solid"/>
              <a:miter lim="400000"/>
              <a:headEnd type="none" w="med" len="med"/>
              <a:tailEnd type="none" w="med" len="med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vert="horz" wrap="square" lIns="13500" tIns="13500" rIns="13500" bIns="13500" numCol="1" rtlCol="0" anchor="ctr" anchorCtr="0" compatLnSpc="1">
              <a:prstTxWarp prst="textNoShape">
                <a:avLst/>
              </a:prstTxWarp>
              <a:noAutofit/>
            </a:bodyPr>
            <a:lstStyle/>
            <a:p>
              <a:pPr algn="ctr" eaLnBrk="1"/>
              <a:r>
                <a:rPr lang="ko-KR" altLang="en-US" sz="900" b="1" dirty="0">
                  <a:solidFill>
                    <a:schemeClr val="bg1"/>
                  </a:solidFill>
                  <a:latin typeface="+mj-ea"/>
                  <a:ea typeface="+mj-ea"/>
                  <a:sym typeface="Poppins" charset="0"/>
                </a:rPr>
                <a:t>데이터 순서 보장</a:t>
              </a:r>
              <a:endParaRPr lang="en-US" altLang="ko-KR" sz="900" b="1" dirty="0">
                <a:solidFill>
                  <a:schemeClr val="bg1"/>
                </a:solidFill>
                <a:latin typeface="+mj-ea"/>
                <a:ea typeface="+mj-ea"/>
                <a:sym typeface="Poppins" charset="0"/>
              </a:endParaRPr>
            </a:p>
          </p:txBody>
        </p:sp>
      </p:grpSp>
      <p:grpSp>
        <p:nvGrpSpPr>
          <p:cNvPr id="135" name="그룹 134">
            <a:extLst>
              <a:ext uri="{FF2B5EF4-FFF2-40B4-BE49-F238E27FC236}">
                <a16:creationId xmlns:a16="http://schemas.microsoft.com/office/drawing/2014/main" id="{9AE59739-6FC3-0386-98B4-3C7F13243DF8}"/>
              </a:ext>
            </a:extLst>
          </p:cNvPr>
          <p:cNvGrpSpPr/>
          <p:nvPr/>
        </p:nvGrpSpPr>
        <p:grpSpPr>
          <a:xfrm>
            <a:off x="10140465" y="4549473"/>
            <a:ext cx="1557913" cy="1295319"/>
            <a:chOff x="6491805" y="1861003"/>
            <a:chExt cx="3115826" cy="2590637"/>
          </a:xfrm>
        </p:grpSpPr>
        <p:grpSp>
          <p:nvGrpSpPr>
            <p:cNvPr id="136" name="그룹 135">
              <a:extLst>
                <a:ext uri="{FF2B5EF4-FFF2-40B4-BE49-F238E27FC236}">
                  <a16:creationId xmlns:a16="http://schemas.microsoft.com/office/drawing/2014/main" id="{D458EF9A-7522-6D63-81FC-C11DED6EE185}"/>
                </a:ext>
              </a:extLst>
            </p:cNvPr>
            <p:cNvGrpSpPr/>
            <p:nvPr/>
          </p:nvGrpSpPr>
          <p:grpSpPr>
            <a:xfrm>
              <a:off x="6491805" y="1861003"/>
              <a:ext cx="3115826" cy="2590637"/>
              <a:chOff x="7806338" y="1309172"/>
              <a:chExt cx="3115826" cy="2590637"/>
            </a:xfrm>
          </p:grpSpPr>
          <p:pic>
            <p:nvPicPr>
              <p:cNvPr id="138" name="그림 137" descr="텍스트이(가) 표시된 사진&#10;&#10;자동 생성된 설명">
                <a:extLst>
                  <a:ext uri="{FF2B5EF4-FFF2-40B4-BE49-F238E27FC236}">
                    <a16:creationId xmlns:a16="http://schemas.microsoft.com/office/drawing/2014/main" id="{9CEA4E45-7797-313B-2B45-E45BF5C4EEF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 rot="1455743">
                <a:off x="7806338" y="1309172"/>
                <a:ext cx="3115826" cy="2512763"/>
              </a:xfrm>
              <a:prstGeom prst="rect">
                <a:avLst/>
              </a:prstGeom>
            </p:spPr>
          </p:pic>
          <p:sp>
            <p:nvSpPr>
              <p:cNvPr id="139" name="타원 138">
                <a:extLst>
                  <a:ext uri="{FF2B5EF4-FFF2-40B4-BE49-F238E27FC236}">
                    <a16:creationId xmlns:a16="http://schemas.microsoft.com/office/drawing/2014/main" id="{7D382716-A342-1402-536B-F5C9D555324D}"/>
                  </a:ext>
                </a:extLst>
              </p:cNvPr>
              <p:cNvSpPr/>
              <p:nvPr/>
            </p:nvSpPr>
            <p:spPr bwMode="auto">
              <a:xfrm>
                <a:off x="8295931" y="3315492"/>
                <a:ext cx="2305099" cy="584317"/>
              </a:xfrm>
              <a:prstGeom prst="ellipse">
                <a:avLst/>
              </a:prstGeom>
              <a:solidFill>
                <a:schemeClr val="bg1">
                  <a:alpha val="30000"/>
                </a:schemeClr>
              </a:solidFill>
              <a:ln w="12700" cap="flat" cmpd="sng" algn="ctr">
                <a:noFill/>
                <a:prstDash val="solid"/>
                <a:miter lim="400000"/>
                <a:headEnd type="none" w="med" len="med"/>
                <a:tailEnd type="none" w="med" len="med"/>
              </a:ln>
              <a:effectLst>
                <a:outerShdw blurRad="25400" algn="ctr" rotWithShape="0">
                  <a:srgbClr val="000000">
                    <a:alpha val="50000"/>
                  </a:srgbClr>
                </a:outerShdw>
                <a:softEdge rad="190500"/>
              </a:effectLst>
            </p:spPr>
            <p:txBody>
              <a:bodyPr vert="horz" wrap="square" lIns="19050" tIns="19050" rIns="19050" bIns="19050" numCol="1" rtlCol="0" anchor="ctr" anchorCtr="0" compatLnSpc="1">
                <a:prstTxWarp prst="textNoShape">
                  <a:avLst/>
                </a:prstTxWarp>
                <a:noAutofit/>
              </a:bodyPr>
              <a:lstStyle/>
              <a:p>
                <a:pPr defTabSz="412750" fontAlgn="base" latinLnBrk="0" hangingPunct="0">
                  <a:spcBef>
                    <a:spcPct val="0"/>
                  </a:spcBef>
                  <a:spcAft>
                    <a:spcPct val="0"/>
                  </a:spcAft>
                </a:pPr>
                <a:endParaRPr lang="ko-KR" altLang="en-US" sz="1000">
                  <a:latin typeface="Poppins" charset="0"/>
                  <a:ea typeface="Poppins" charset="0"/>
                  <a:cs typeface="Poppins" charset="0"/>
                  <a:sym typeface="Poppins" charset="0"/>
                </a:endParaRPr>
              </a:p>
            </p:txBody>
          </p:sp>
        </p:grpSp>
        <p:sp>
          <p:nvSpPr>
            <p:cNvPr id="137" name="직사각형 136">
              <a:extLst>
                <a:ext uri="{FF2B5EF4-FFF2-40B4-BE49-F238E27FC236}">
                  <a16:creationId xmlns:a16="http://schemas.microsoft.com/office/drawing/2014/main" id="{719CA347-07A5-4D3C-9E3B-C19A5552EF90}"/>
                </a:ext>
              </a:extLst>
            </p:cNvPr>
            <p:cNvSpPr/>
            <p:nvPr/>
          </p:nvSpPr>
          <p:spPr bwMode="auto">
            <a:xfrm rot="20347260">
              <a:off x="6883202" y="2741785"/>
              <a:ext cx="2198890" cy="608525"/>
            </a:xfrm>
            <a:prstGeom prst="rect">
              <a:avLst/>
            </a:prstGeom>
            <a:noFill/>
            <a:ln w="12700" cap="flat" cmpd="sng" algn="ctr">
              <a:noFill/>
              <a:prstDash val="solid"/>
              <a:miter lim="400000"/>
              <a:headEnd type="none" w="med" len="med"/>
              <a:tailEnd type="none" w="med" len="med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vert="horz" wrap="square" lIns="13500" tIns="13500" rIns="13500" bIns="13500" numCol="1" rtlCol="0" anchor="ctr" anchorCtr="0" compatLnSpc="1">
              <a:prstTxWarp prst="textNoShape">
                <a:avLst/>
              </a:prstTxWarp>
              <a:noAutofit/>
            </a:bodyPr>
            <a:lstStyle/>
            <a:p>
              <a:pPr algn="ctr" eaLnBrk="1"/>
              <a:r>
                <a:rPr lang="ko-KR" altLang="en-US" sz="900" b="1" dirty="0">
                  <a:solidFill>
                    <a:schemeClr val="bg1"/>
                  </a:solidFill>
                  <a:latin typeface="+mj-ea"/>
                  <a:ea typeface="+mj-ea"/>
                  <a:sym typeface="Poppins" charset="0"/>
                </a:rPr>
                <a:t>데이터 중복 차단</a:t>
              </a:r>
              <a:endParaRPr lang="en-US" altLang="ko-KR" sz="900" b="1" dirty="0">
                <a:solidFill>
                  <a:schemeClr val="bg1"/>
                </a:solidFill>
                <a:latin typeface="+mj-ea"/>
                <a:ea typeface="+mj-ea"/>
                <a:sym typeface="Poppins" charset="0"/>
              </a:endParaRPr>
            </a:p>
          </p:txBody>
        </p:sp>
      </p:grpSp>
      <p:grpSp>
        <p:nvGrpSpPr>
          <p:cNvPr id="6" name="그룹 5">
            <a:extLst>
              <a:ext uri="{FF2B5EF4-FFF2-40B4-BE49-F238E27FC236}">
                <a16:creationId xmlns:a16="http://schemas.microsoft.com/office/drawing/2014/main" id="{442C667D-11D7-CE2A-3B11-A664FF11B676}"/>
              </a:ext>
            </a:extLst>
          </p:cNvPr>
          <p:cNvGrpSpPr/>
          <p:nvPr/>
        </p:nvGrpSpPr>
        <p:grpSpPr>
          <a:xfrm>
            <a:off x="4486628" y="2746756"/>
            <a:ext cx="3090542" cy="2603430"/>
            <a:chOff x="16346432" y="7794107"/>
            <a:chExt cx="6181084" cy="5206860"/>
          </a:xfrm>
        </p:grpSpPr>
        <p:sp>
          <p:nvSpPr>
            <p:cNvPr id="11" name="사각형: 둥근 모서리 10">
              <a:extLst>
                <a:ext uri="{FF2B5EF4-FFF2-40B4-BE49-F238E27FC236}">
                  <a16:creationId xmlns:a16="http://schemas.microsoft.com/office/drawing/2014/main" id="{CA130A64-A54C-4934-E93E-8F808DA125DE}"/>
                </a:ext>
              </a:extLst>
            </p:cNvPr>
            <p:cNvSpPr/>
            <p:nvPr/>
          </p:nvSpPr>
          <p:spPr>
            <a:xfrm>
              <a:off x="17348832" y="9945985"/>
              <a:ext cx="1829334" cy="717788"/>
            </a:xfrm>
            <a:prstGeom prst="round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19050" cap="flat" cmpd="sng" algn="ctr">
              <a:solidFill>
                <a:sysClr val="window" lastClr="FFFFFF">
                  <a:lumMod val="65000"/>
                </a:sysClr>
              </a:solidFill>
              <a:prstDash val="solid"/>
            </a:ln>
            <a:effectLst/>
          </p:spPr>
          <p:txBody>
            <a:bodyPr wrap="none" rtlCol="0" anchor="ctr"/>
            <a:lstStyle/>
            <a:p>
              <a:pPr algn="ctr"/>
              <a:r>
                <a:rPr lang="en-US" altLang="ko-KR" sz="800" b="1" kern="0" dirty="0">
                  <a:latin typeface="+mj-ea"/>
                  <a:ea typeface="+mj-ea"/>
                </a:rPr>
                <a:t>Active LB</a:t>
              </a:r>
              <a:endParaRPr lang="ko-KR" altLang="en-US" sz="800" b="1" kern="0" dirty="0">
                <a:latin typeface="+mj-ea"/>
                <a:ea typeface="+mj-ea"/>
              </a:endParaRPr>
            </a:p>
          </p:txBody>
        </p:sp>
        <p:sp>
          <p:nvSpPr>
            <p:cNvPr id="12" name="사각형: 둥근 모서리 11">
              <a:extLst>
                <a:ext uri="{FF2B5EF4-FFF2-40B4-BE49-F238E27FC236}">
                  <a16:creationId xmlns:a16="http://schemas.microsoft.com/office/drawing/2014/main" id="{573621E0-F5DE-4BF8-6736-812FC1CFCA49}"/>
                </a:ext>
              </a:extLst>
            </p:cNvPr>
            <p:cNvSpPr/>
            <p:nvPr/>
          </p:nvSpPr>
          <p:spPr>
            <a:xfrm>
              <a:off x="17087818" y="8874224"/>
              <a:ext cx="1349812" cy="719734"/>
            </a:xfrm>
            <a:prstGeom prst="round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19050" cap="flat" cmpd="sng" algn="ctr">
              <a:solidFill>
                <a:sysClr val="window" lastClr="FFFFFF">
                  <a:lumMod val="65000"/>
                </a:sysClr>
              </a:solidFill>
              <a:prstDash val="solid"/>
            </a:ln>
            <a:effectLst/>
          </p:spPr>
          <p:txBody>
            <a:bodyPr wrap="none" rtlCol="0" anchor="ctr"/>
            <a:lstStyle/>
            <a:p>
              <a:pPr algn="ctr"/>
              <a:r>
                <a:rPr lang="en-US" altLang="ko-KR" sz="800" kern="0" dirty="0">
                  <a:latin typeface="+mj-ea"/>
                  <a:ea typeface="+mj-ea"/>
                </a:rPr>
                <a:t>Consumer 1</a:t>
              </a:r>
              <a:endParaRPr lang="ko-KR" altLang="en-US" sz="800" kern="0" dirty="0">
                <a:latin typeface="+mj-ea"/>
                <a:ea typeface="+mj-ea"/>
              </a:endParaRPr>
            </a:p>
          </p:txBody>
        </p:sp>
        <p:sp>
          <p:nvSpPr>
            <p:cNvPr id="14" name="사각형: 둥근 모서리 13">
              <a:extLst>
                <a:ext uri="{FF2B5EF4-FFF2-40B4-BE49-F238E27FC236}">
                  <a16:creationId xmlns:a16="http://schemas.microsoft.com/office/drawing/2014/main" id="{C5AFE933-9009-F620-CFF9-29C578ED61B3}"/>
                </a:ext>
              </a:extLst>
            </p:cNvPr>
            <p:cNvSpPr/>
            <p:nvPr/>
          </p:nvSpPr>
          <p:spPr>
            <a:xfrm>
              <a:off x="18675009" y="8874225"/>
              <a:ext cx="1349812" cy="719734"/>
            </a:xfrm>
            <a:prstGeom prst="round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19050" cap="flat" cmpd="sng" algn="ctr">
              <a:solidFill>
                <a:sysClr val="window" lastClr="FFFFFF">
                  <a:lumMod val="65000"/>
                </a:sysClr>
              </a:solidFill>
              <a:prstDash val="solid"/>
            </a:ln>
            <a:effectLst/>
          </p:spPr>
          <p:txBody>
            <a:bodyPr wrap="none" rtlCol="0" anchor="ctr"/>
            <a:lstStyle/>
            <a:p>
              <a:pPr algn="ctr"/>
              <a:r>
                <a:rPr lang="en-US" altLang="ko-KR" sz="800" kern="0" dirty="0">
                  <a:latin typeface="+mj-ea"/>
                  <a:ea typeface="+mj-ea"/>
                </a:rPr>
                <a:t>Consumer 2</a:t>
              </a:r>
              <a:endParaRPr lang="ko-KR" altLang="en-US" sz="800" kern="0" dirty="0">
                <a:latin typeface="+mj-ea"/>
                <a:ea typeface="+mj-ea"/>
              </a:endParaRPr>
            </a:p>
          </p:txBody>
        </p:sp>
        <p:sp>
          <p:nvSpPr>
            <p:cNvPr id="16" name="사각형: 둥근 모서리 15">
              <a:extLst>
                <a:ext uri="{FF2B5EF4-FFF2-40B4-BE49-F238E27FC236}">
                  <a16:creationId xmlns:a16="http://schemas.microsoft.com/office/drawing/2014/main" id="{7CFA2A5D-D99E-F420-948F-CD32CD2522BD}"/>
                </a:ext>
              </a:extLst>
            </p:cNvPr>
            <p:cNvSpPr/>
            <p:nvPr/>
          </p:nvSpPr>
          <p:spPr>
            <a:xfrm>
              <a:off x="20262200" y="8874224"/>
              <a:ext cx="1349812" cy="719734"/>
            </a:xfrm>
            <a:prstGeom prst="round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19050" cap="flat" cmpd="sng" algn="ctr">
              <a:solidFill>
                <a:sysClr val="window" lastClr="FFFFFF">
                  <a:lumMod val="65000"/>
                </a:sysClr>
              </a:solidFill>
              <a:prstDash val="solid"/>
            </a:ln>
            <a:effectLst/>
          </p:spPr>
          <p:txBody>
            <a:bodyPr wrap="none" rtlCol="0" anchor="ctr"/>
            <a:lstStyle/>
            <a:p>
              <a:pPr algn="ctr"/>
              <a:r>
                <a:rPr lang="en-US" altLang="ko-KR" sz="800" kern="0" dirty="0">
                  <a:latin typeface="+mj-ea"/>
                  <a:ea typeface="+mj-ea"/>
                </a:rPr>
                <a:t>Consumer 3</a:t>
              </a:r>
              <a:endParaRPr lang="ko-KR" altLang="en-US" sz="800" kern="0" dirty="0">
                <a:latin typeface="+mj-ea"/>
                <a:ea typeface="+mj-ea"/>
              </a:endParaRPr>
            </a:p>
          </p:txBody>
        </p:sp>
        <p:sp>
          <p:nvSpPr>
            <p:cNvPr id="18" name="원통형 17">
              <a:extLst>
                <a:ext uri="{FF2B5EF4-FFF2-40B4-BE49-F238E27FC236}">
                  <a16:creationId xmlns:a16="http://schemas.microsoft.com/office/drawing/2014/main" id="{E1AD9A46-8168-9A9A-1191-1EC8D7497DFD}"/>
                </a:ext>
              </a:extLst>
            </p:cNvPr>
            <p:cNvSpPr/>
            <p:nvPr/>
          </p:nvSpPr>
          <p:spPr bwMode="auto">
            <a:xfrm rot="5400000">
              <a:off x="19161262" y="5720662"/>
              <a:ext cx="362330" cy="4509219"/>
            </a:xfrm>
            <a:prstGeom prst="can">
              <a:avLst>
                <a:gd name="adj" fmla="val 51490"/>
              </a:avLst>
            </a:prstGeom>
            <a:solidFill>
              <a:schemeClr val="bg1"/>
            </a:solidFill>
            <a:ln w="12700" cap="flat" cmpd="sng" algn="ctr">
              <a:solidFill>
                <a:srgbClr val="000000"/>
              </a:solidFill>
              <a:prstDash val="solid"/>
              <a:miter lim="400000"/>
              <a:headEnd type="none" w="med" len="med"/>
              <a:tailEnd type="none" w="med" len="med"/>
            </a:ln>
            <a:effectLst>
              <a:outerShdw blurRad="25400" algn="ctr" rotWithShape="0">
                <a:srgbClr val="000000">
                  <a:alpha val="50000"/>
                </a:srgbClr>
              </a:outerShdw>
            </a:effectLst>
          </p:spPr>
          <p:txBody>
            <a:bodyPr vert="vert270" wrap="square" lIns="19050" tIns="19050" rIns="19050" bIns="19050" numCol="1" rtlCol="0" anchor="ctr" anchorCtr="0" compatLnSpc="1">
              <a:prstTxWarp prst="textNoShape">
                <a:avLst/>
              </a:prstTxWarp>
              <a:noAutofit/>
            </a:bodyPr>
            <a:lstStyle/>
            <a:p>
              <a:pPr algn="ctr" defTabSz="412750" fontAlgn="base" latinLnBrk="0" hangingPunct="0">
                <a:spcBef>
                  <a:spcPct val="0"/>
                </a:spcBef>
                <a:spcAft>
                  <a:spcPct val="0"/>
                </a:spcAft>
              </a:pPr>
              <a:r>
                <a:rPr lang="en-US" altLang="ko-KR" sz="800" dirty="0">
                  <a:latin typeface="맑은 고딕" pitchFamily="50" charset="-127"/>
                  <a:ea typeface="맑은 고딕" pitchFamily="50" charset="-127"/>
                  <a:cs typeface="Poppins" charset="0"/>
                  <a:sym typeface="Poppins" charset="0"/>
                </a:rPr>
                <a:t>Middleware Network</a:t>
              </a:r>
              <a:endParaRPr lang="ko-KR" altLang="en-US" sz="800" dirty="0">
                <a:latin typeface="맑은 고딕" pitchFamily="50" charset="-127"/>
                <a:ea typeface="맑은 고딕" pitchFamily="50" charset="-127"/>
                <a:cs typeface="Poppins" charset="0"/>
                <a:sym typeface="Poppins" charset="0"/>
              </a:endParaRPr>
            </a:p>
          </p:txBody>
        </p:sp>
        <p:cxnSp>
          <p:nvCxnSpPr>
            <p:cNvPr id="19" name="직선 화살표 연결선 18">
              <a:extLst>
                <a:ext uri="{FF2B5EF4-FFF2-40B4-BE49-F238E27FC236}">
                  <a16:creationId xmlns:a16="http://schemas.microsoft.com/office/drawing/2014/main" id="{0BB06142-D6B5-CF3A-4129-BD76254B2A16}"/>
                </a:ext>
              </a:extLst>
            </p:cNvPr>
            <p:cNvCxnSpPr>
              <a:cxnSpLocks/>
              <a:stCxn id="11" idx="0"/>
              <a:endCxn id="12" idx="2"/>
            </p:cNvCxnSpPr>
            <p:nvPr/>
          </p:nvCxnSpPr>
          <p:spPr bwMode="auto">
            <a:xfrm flipH="1" flipV="1">
              <a:off x="17762724" y="9593958"/>
              <a:ext cx="500775" cy="352027"/>
            </a:xfrm>
            <a:prstGeom prst="straightConnector1">
              <a:avLst/>
            </a:prstGeom>
            <a:blipFill dpi="0" rotWithShape="0">
              <a:blip r:embed="rId3"/>
              <a:srcRect/>
              <a:tile tx="0" ty="0" sx="100000" sy="100000" flip="none" algn="tl"/>
            </a:blipFill>
            <a:ln w="12700" cap="flat" cmpd="sng" algn="ctr">
              <a:solidFill>
                <a:schemeClr val="bg2">
                  <a:lumMod val="25000"/>
                  <a:lumOff val="75000"/>
                </a:schemeClr>
              </a:solidFill>
              <a:prstDash val="dash"/>
              <a:miter lim="400000"/>
              <a:headEnd type="none" w="med" len="med"/>
              <a:tailEnd type="triangle"/>
            </a:ln>
            <a:effectLst>
              <a:outerShdw blurRad="25400" algn="ctr" rotWithShape="0">
                <a:srgbClr val="000000">
                  <a:alpha val="50000"/>
                </a:srgbClr>
              </a:outerShdw>
            </a:effectLst>
          </p:spPr>
        </p:cxnSp>
        <p:cxnSp>
          <p:nvCxnSpPr>
            <p:cNvPr id="20" name="직선 화살표 연결선 19">
              <a:extLst>
                <a:ext uri="{FF2B5EF4-FFF2-40B4-BE49-F238E27FC236}">
                  <a16:creationId xmlns:a16="http://schemas.microsoft.com/office/drawing/2014/main" id="{B4B2C71A-DAE6-902D-9154-01FCC2AB6C96}"/>
                </a:ext>
              </a:extLst>
            </p:cNvPr>
            <p:cNvCxnSpPr>
              <a:cxnSpLocks/>
              <a:stCxn id="12" idx="0"/>
            </p:cNvCxnSpPr>
            <p:nvPr/>
          </p:nvCxnSpPr>
          <p:spPr bwMode="auto">
            <a:xfrm flipV="1">
              <a:off x="17762724" y="8156437"/>
              <a:ext cx="0" cy="717787"/>
            </a:xfrm>
            <a:prstGeom prst="straightConnector1">
              <a:avLst/>
            </a:prstGeom>
            <a:blipFill dpi="0" rotWithShape="0">
              <a:blip r:embed="rId3"/>
              <a:srcRect/>
              <a:tile tx="0" ty="0" sx="100000" sy="100000" flip="none" algn="tl"/>
            </a:blipFill>
            <a:ln w="12700" cap="flat" cmpd="sng" algn="ctr">
              <a:solidFill>
                <a:schemeClr val="bg2">
                  <a:lumMod val="25000"/>
                  <a:lumOff val="75000"/>
                </a:schemeClr>
              </a:solidFill>
              <a:prstDash val="dash"/>
              <a:miter lim="400000"/>
              <a:headEnd type="none" w="med" len="med"/>
              <a:tailEnd type="triangle"/>
            </a:ln>
            <a:effectLst>
              <a:outerShdw blurRad="25400" algn="ctr" rotWithShape="0">
                <a:srgbClr val="000000">
                  <a:alpha val="50000"/>
                </a:srgbClr>
              </a:outerShdw>
            </a:effectLst>
          </p:spPr>
        </p:cxnSp>
        <p:sp>
          <p:nvSpPr>
            <p:cNvPr id="21" name="사각형: 둥근 모서리 20">
              <a:extLst>
                <a:ext uri="{FF2B5EF4-FFF2-40B4-BE49-F238E27FC236}">
                  <a16:creationId xmlns:a16="http://schemas.microsoft.com/office/drawing/2014/main" id="{3970B51B-EDA7-16EC-0E98-F6D42B149E6A}"/>
                </a:ext>
              </a:extLst>
            </p:cNvPr>
            <p:cNvSpPr/>
            <p:nvPr/>
          </p:nvSpPr>
          <p:spPr>
            <a:xfrm>
              <a:off x="19417659" y="9945985"/>
              <a:ext cx="1829334" cy="717788"/>
            </a:xfrm>
            <a:prstGeom prst="round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19050" cap="flat" cmpd="sng" algn="ctr">
              <a:solidFill>
                <a:sysClr val="window" lastClr="FFFFFF">
                  <a:lumMod val="65000"/>
                </a:sysClr>
              </a:solidFill>
              <a:prstDash val="solid"/>
            </a:ln>
            <a:effectLst/>
          </p:spPr>
          <p:txBody>
            <a:bodyPr wrap="none" rtlCol="0" anchor="ctr"/>
            <a:lstStyle/>
            <a:p>
              <a:pPr algn="ctr"/>
              <a:r>
                <a:rPr lang="en-US" altLang="ko-KR" sz="800" b="1" kern="0" dirty="0">
                  <a:latin typeface="+mj-ea"/>
                  <a:ea typeface="+mj-ea"/>
                </a:rPr>
                <a:t>Standby LB</a:t>
              </a:r>
              <a:endParaRPr lang="ko-KR" altLang="en-US" sz="800" b="1" kern="0" dirty="0">
                <a:latin typeface="+mj-ea"/>
                <a:ea typeface="+mj-ea"/>
              </a:endParaRPr>
            </a:p>
          </p:txBody>
        </p:sp>
        <p:sp>
          <p:nvSpPr>
            <p:cNvPr id="22" name="직사각형 21">
              <a:extLst>
                <a:ext uri="{FF2B5EF4-FFF2-40B4-BE49-F238E27FC236}">
                  <a16:creationId xmlns:a16="http://schemas.microsoft.com/office/drawing/2014/main" id="{B463CAC7-C1B4-8753-E92F-5F9254761DEE}"/>
                </a:ext>
              </a:extLst>
            </p:cNvPr>
            <p:cNvSpPr/>
            <p:nvPr/>
          </p:nvSpPr>
          <p:spPr>
            <a:xfrm>
              <a:off x="19037787" y="10460794"/>
              <a:ext cx="798406" cy="203395"/>
            </a:xfrm>
            <a:prstGeom prst="rect">
              <a:avLst/>
            </a:prstGeom>
            <a:solidFill>
              <a:srgbClr val="FFC000"/>
            </a:solidFill>
            <a:ln w="19050" cap="flat" cmpd="sng" algn="ctr">
              <a:solidFill>
                <a:sysClr val="window" lastClr="FFFFFF">
                  <a:lumMod val="65000"/>
                </a:sysClr>
              </a:solidFill>
              <a:prstDash val="solid"/>
            </a:ln>
            <a:effectLst/>
          </p:spPr>
          <p:txBody>
            <a:bodyPr wrap="none" rtlCol="0" anchor="ctr"/>
            <a:lstStyle/>
            <a:p>
              <a:pPr algn="ctr"/>
              <a:r>
                <a:rPr lang="en-US" altLang="ko-KR" sz="800" kern="0" dirty="0">
                  <a:latin typeface="맑은 고딕" pitchFamily="50" charset="-127"/>
                  <a:ea typeface="맑은 고딕" pitchFamily="50" charset="-127"/>
                </a:rPr>
                <a:t>VIP</a:t>
              </a:r>
              <a:endParaRPr lang="ko-KR" altLang="en-US" sz="800" kern="0" dirty="0">
                <a:latin typeface="맑은 고딕" pitchFamily="50" charset="-127"/>
                <a:ea typeface="맑은 고딕" pitchFamily="50" charset="-127"/>
              </a:endParaRPr>
            </a:p>
          </p:txBody>
        </p:sp>
        <p:grpSp>
          <p:nvGrpSpPr>
            <p:cNvPr id="24" name="그룹 23">
              <a:extLst>
                <a:ext uri="{FF2B5EF4-FFF2-40B4-BE49-F238E27FC236}">
                  <a16:creationId xmlns:a16="http://schemas.microsoft.com/office/drawing/2014/main" id="{58062604-0AF4-7454-31D8-BECF3FF847F8}"/>
                </a:ext>
              </a:extLst>
            </p:cNvPr>
            <p:cNvGrpSpPr/>
            <p:nvPr/>
          </p:nvGrpSpPr>
          <p:grpSpPr>
            <a:xfrm>
              <a:off x="16346432" y="11704401"/>
              <a:ext cx="6181084" cy="1296566"/>
              <a:chOff x="4530742" y="9739742"/>
              <a:chExt cx="2683788" cy="886687"/>
            </a:xfrm>
          </p:grpSpPr>
          <p:pic>
            <p:nvPicPr>
              <p:cNvPr id="29" name="그림 28">
                <a:extLst>
                  <a:ext uri="{FF2B5EF4-FFF2-40B4-BE49-F238E27FC236}">
                    <a16:creationId xmlns:a16="http://schemas.microsoft.com/office/drawing/2014/main" id="{6B58AF69-CC81-54E0-48B6-C9237C865F3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4530742" y="9739742"/>
                <a:ext cx="747420" cy="886687"/>
              </a:xfrm>
              <a:prstGeom prst="rect">
                <a:avLst/>
              </a:prstGeom>
            </p:spPr>
          </p:pic>
          <p:pic>
            <p:nvPicPr>
              <p:cNvPr id="30" name="그림 29">
                <a:extLst>
                  <a:ext uri="{FF2B5EF4-FFF2-40B4-BE49-F238E27FC236}">
                    <a16:creationId xmlns:a16="http://schemas.microsoft.com/office/drawing/2014/main" id="{87ADA8FC-220A-360E-52BD-08C853BA190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5218395" y="9739742"/>
                <a:ext cx="747420" cy="886687"/>
              </a:xfrm>
              <a:prstGeom prst="rect">
                <a:avLst/>
              </a:prstGeom>
            </p:spPr>
          </p:pic>
          <p:pic>
            <p:nvPicPr>
              <p:cNvPr id="32" name="그림 31">
                <a:extLst>
                  <a:ext uri="{FF2B5EF4-FFF2-40B4-BE49-F238E27FC236}">
                    <a16:creationId xmlns:a16="http://schemas.microsoft.com/office/drawing/2014/main" id="{8BDBEFCC-6276-DAFB-E217-A02B22C497F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5968951" y="9799183"/>
                <a:ext cx="621102" cy="718763"/>
              </a:xfrm>
              <a:prstGeom prst="rect">
                <a:avLst/>
              </a:prstGeom>
            </p:spPr>
          </p:pic>
          <p:pic>
            <p:nvPicPr>
              <p:cNvPr id="35" name="그림 34">
                <a:extLst>
                  <a:ext uri="{FF2B5EF4-FFF2-40B4-BE49-F238E27FC236}">
                    <a16:creationId xmlns:a16="http://schemas.microsoft.com/office/drawing/2014/main" id="{ACDD5E8B-385E-6CFC-60CF-47074EED865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6593428" y="9779675"/>
                <a:ext cx="621102" cy="718763"/>
              </a:xfrm>
              <a:prstGeom prst="rect">
                <a:avLst/>
              </a:prstGeom>
            </p:spPr>
          </p:pic>
        </p:grpSp>
        <p:cxnSp>
          <p:nvCxnSpPr>
            <p:cNvPr id="25" name="직선 화살표 연결선 24">
              <a:extLst>
                <a:ext uri="{FF2B5EF4-FFF2-40B4-BE49-F238E27FC236}">
                  <a16:creationId xmlns:a16="http://schemas.microsoft.com/office/drawing/2014/main" id="{AEAA4CD0-9156-5EED-4B65-8F922CCC9203}"/>
                </a:ext>
              </a:extLst>
            </p:cNvPr>
            <p:cNvCxnSpPr>
              <a:cxnSpLocks/>
              <a:stCxn id="29" idx="0"/>
              <a:endCxn id="22" idx="2"/>
            </p:cNvCxnSpPr>
            <p:nvPr/>
          </p:nvCxnSpPr>
          <p:spPr bwMode="auto">
            <a:xfrm flipV="1">
              <a:off x="17207131" y="10664189"/>
              <a:ext cx="2229859" cy="1040212"/>
            </a:xfrm>
            <a:prstGeom prst="straightConnector1">
              <a:avLst/>
            </a:prstGeom>
            <a:blipFill dpi="0" rotWithShape="0">
              <a:blip r:embed="rId3"/>
              <a:srcRect/>
              <a:tile tx="0" ty="0" sx="100000" sy="100000" flip="none" algn="tl"/>
            </a:blipFill>
            <a:ln w="12700" cap="flat" cmpd="sng" algn="ctr">
              <a:solidFill>
                <a:schemeClr val="bg2">
                  <a:lumMod val="25000"/>
                  <a:lumOff val="75000"/>
                </a:schemeClr>
              </a:solidFill>
              <a:prstDash val="dash"/>
              <a:miter lim="400000"/>
              <a:headEnd type="none" w="med" len="med"/>
              <a:tailEnd type="triangle"/>
            </a:ln>
            <a:effectLst>
              <a:outerShdw blurRad="25400" algn="ctr" rotWithShape="0">
                <a:srgbClr val="000000">
                  <a:alpha val="50000"/>
                </a:srgbClr>
              </a:outerShdw>
            </a:effectLst>
          </p:spPr>
        </p:cxnSp>
        <p:cxnSp>
          <p:nvCxnSpPr>
            <p:cNvPr id="26" name="직선 화살표 연결선 25">
              <a:extLst>
                <a:ext uri="{FF2B5EF4-FFF2-40B4-BE49-F238E27FC236}">
                  <a16:creationId xmlns:a16="http://schemas.microsoft.com/office/drawing/2014/main" id="{DDE33A66-A6F4-810A-6CB8-9EAA155A3A84}"/>
                </a:ext>
              </a:extLst>
            </p:cNvPr>
            <p:cNvCxnSpPr>
              <a:cxnSpLocks/>
            </p:cNvCxnSpPr>
            <p:nvPr/>
          </p:nvCxnSpPr>
          <p:spPr bwMode="auto">
            <a:xfrm flipV="1">
              <a:off x="19431298" y="8112758"/>
              <a:ext cx="5676" cy="719734"/>
            </a:xfrm>
            <a:prstGeom prst="straightConnector1">
              <a:avLst/>
            </a:prstGeom>
            <a:blipFill dpi="0" rotWithShape="0">
              <a:blip r:embed="rId3"/>
              <a:srcRect/>
              <a:tile tx="0" ty="0" sx="100000" sy="100000" flip="none" algn="tl"/>
            </a:blipFill>
            <a:ln w="12700" cap="flat" cmpd="sng" algn="ctr">
              <a:solidFill>
                <a:srgbClr val="99CCFF"/>
              </a:solidFill>
              <a:prstDash val="dash"/>
              <a:miter lim="400000"/>
              <a:headEnd type="none" w="med" len="med"/>
              <a:tailEnd type="triangle"/>
            </a:ln>
            <a:effectLst>
              <a:outerShdw blurRad="25400" algn="ctr" rotWithShape="0">
                <a:srgbClr val="000000">
                  <a:alpha val="50000"/>
                </a:srgbClr>
              </a:outerShdw>
            </a:effectLst>
          </p:spPr>
        </p:cxnSp>
        <p:cxnSp>
          <p:nvCxnSpPr>
            <p:cNvPr id="27" name="직선 화살표 연결선 26">
              <a:extLst>
                <a:ext uri="{FF2B5EF4-FFF2-40B4-BE49-F238E27FC236}">
                  <a16:creationId xmlns:a16="http://schemas.microsoft.com/office/drawing/2014/main" id="{10F6A58A-4BF5-8D4C-44D8-B2FFC8363F80}"/>
                </a:ext>
              </a:extLst>
            </p:cNvPr>
            <p:cNvCxnSpPr>
              <a:cxnSpLocks/>
              <a:stCxn id="11" idx="0"/>
              <a:endCxn id="14" idx="2"/>
            </p:cNvCxnSpPr>
            <p:nvPr/>
          </p:nvCxnSpPr>
          <p:spPr bwMode="auto">
            <a:xfrm flipV="1">
              <a:off x="18263499" y="9593959"/>
              <a:ext cx="1086416" cy="352026"/>
            </a:xfrm>
            <a:prstGeom prst="straightConnector1">
              <a:avLst/>
            </a:prstGeom>
            <a:blipFill dpi="0" rotWithShape="0">
              <a:blip r:embed="rId3"/>
              <a:srcRect/>
              <a:tile tx="0" ty="0" sx="100000" sy="100000" flip="none" algn="tl"/>
            </a:blipFill>
            <a:ln w="12700" cap="flat" cmpd="sng" algn="ctr">
              <a:solidFill>
                <a:srgbClr val="99CCFF"/>
              </a:solidFill>
              <a:prstDash val="dash"/>
              <a:miter lim="400000"/>
              <a:headEnd type="none" w="med" len="med"/>
              <a:tailEnd type="triangle"/>
            </a:ln>
            <a:effectLst>
              <a:outerShdw blurRad="25400" algn="ctr" rotWithShape="0">
                <a:srgbClr val="000000">
                  <a:alpha val="50000"/>
                </a:srgbClr>
              </a:outerShdw>
            </a:effectLst>
          </p:spPr>
        </p:cxnSp>
        <p:cxnSp>
          <p:nvCxnSpPr>
            <p:cNvPr id="28" name="직선 화살표 연결선 27">
              <a:extLst>
                <a:ext uri="{FF2B5EF4-FFF2-40B4-BE49-F238E27FC236}">
                  <a16:creationId xmlns:a16="http://schemas.microsoft.com/office/drawing/2014/main" id="{DE36A50A-7999-59FA-E7EB-F06C0106103F}"/>
                </a:ext>
              </a:extLst>
            </p:cNvPr>
            <p:cNvCxnSpPr>
              <a:cxnSpLocks/>
              <a:stCxn id="35" idx="0"/>
              <a:endCxn id="22" idx="2"/>
            </p:cNvCxnSpPr>
            <p:nvPr/>
          </p:nvCxnSpPr>
          <p:spPr bwMode="auto">
            <a:xfrm flipH="1" flipV="1">
              <a:off x="19436990" y="10664189"/>
              <a:ext cx="2375290" cy="1098604"/>
            </a:xfrm>
            <a:prstGeom prst="straightConnector1">
              <a:avLst/>
            </a:prstGeom>
            <a:blipFill dpi="0" rotWithShape="0">
              <a:blip r:embed="rId3"/>
              <a:srcRect/>
              <a:tile tx="0" ty="0" sx="100000" sy="100000" flip="none" algn="tl"/>
            </a:blipFill>
            <a:ln w="12700" cap="flat" cmpd="sng" algn="ctr">
              <a:solidFill>
                <a:srgbClr val="99CCFF"/>
              </a:solidFill>
              <a:prstDash val="dash"/>
              <a:miter lim="400000"/>
              <a:headEnd type="none" w="med" len="med"/>
              <a:tailEnd type="triangle"/>
            </a:ln>
            <a:effectLst>
              <a:outerShdw blurRad="25400" algn="ctr" rotWithShape="0">
                <a:srgbClr val="000000">
                  <a:alpha val="50000"/>
                </a:srgbClr>
              </a:outerShdw>
            </a:effectLst>
          </p:spPr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9C3FEA0A-4D34-FD79-86D5-C2AF89910542}"/>
              </a:ext>
            </a:extLst>
          </p:cNvPr>
          <p:cNvSpPr txBox="1"/>
          <p:nvPr/>
        </p:nvSpPr>
        <p:spPr>
          <a:xfrm>
            <a:off x="4759303" y="3861048"/>
            <a:ext cx="312906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0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①</a:t>
            </a:r>
            <a:endParaRPr lang="ko-KR" altLang="en-US" sz="900" dirty="0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732CE64E-C2A6-E758-31CA-F1CF2DD85506}"/>
              </a:ext>
            </a:extLst>
          </p:cNvPr>
          <p:cNvSpPr txBox="1"/>
          <p:nvPr/>
        </p:nvSpPr>
        <p:spPr>
          <a:xfrm>
            <a:off x="4602375" y="3304320"/>
            <a:ext cx="312906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0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②</a:t>
            </a:r>
            <a:endParaRPr lang="ko-KR" altLang="en-US" sz="900" dirty="0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31002FA4-8B65-629F-8F27-5CE595B0FEB0}"/>
              </a:ext>
            </a:extLst>
          </p:cNvPr>
          <p:cNvSpPr txBox="1"/>
          <p:nvPr/>
        </p:nvSpPr>
        <p:spPr>
          <a:xfrm>
            <a:off x="5869066" y="3743333"/>
            <a:ext cx="312906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0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③</a:t>
            </a:r>
            <a:endParaRPr lang="ko-KR" altLang="en-US" sz="900" dirty="0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C444DD55-83C2-6F0A-CA63-FD2C018D765E}"/>
              </a:ext>
            </a:extLst>
          </p:cNvPr>
          <p:cNvSpPr txBox="1"/>
          <p:nvPr/>
        </p:nvSpPr>
        <p:spPr>
          <a:xfrm>
            <a:off x="5099395" y="4365704"/>
            <a:ext cx="312906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0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④</a:t>
            </a:r>
            <a:endParaRPr lang="ko-KR" altLang="en-US" sz="900" dirty="0"/>
          </a:p>
        </p:txBody>
      </p:sp>
    </p:spTree>
    <p:extLst>
      <p:ext uri="{BB962C8B-B14F-4D97-AF65-F5344CB8AC3E}">
        <p14:creationId xmlns:p14="http://schemas.microsoft.com/office/powerpoint/2010/main" val="326595256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924448"/>
          </a:xfrm>
        </p:spPr>
        <p:txBody>
          <a:bodyPr/>
          <a:lstStyle/>
          <a:p>
            <a:r>
              <a:rPr lang="en-US" altLang="ko-KR" b="1" dirty="0" smtClean="0"/>
              <a:t> Problem Setup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0" y="924448"/>
            <a:ext cx="12192000" cy="5933552"/>
          </a:xfrm>
        </p:spPr>
        <p:txBody>
          <a:bodyPr/>
          <a:lstStyle/>
          <a:p>
            <a:r>
              <a:rPr lang="ko-KR" altLang="en-US" dirty="0" smtClean="0"/>
              <a:t>기존 통합 </a:t>
            </a:r>
            <a:r>
              <a:rPr lang="en-US" altLang="ko-KR" dirty="0" smtClean="0"/>
              <a:t>UI </a:t>
            </a:r>
            <a:r>
              <a:rPr lang="ko-KR" altLang="en-US" dirty="0" smtClean="0"/>
              <a:t>가 없어 새로 개발</a:t>
            </a:r>
            <a:r>
              <a:rPr lang="en-US" altLang="ko-KR" dirty="0"/>
              <a:t> </a:t>
            </a:r>
            <a:r>
              <a:rPr lang="ko-KR" altLang="en-US" dirty="0" smtClean="0"/>
              <a:t>해야함</a:t>
            </a:r>
            <a:r>
              <a:rPr lang="en-US" altLang="ko-KR" dirty="0" smtClean="0"/>
              <a:t>.</a:t>
            </a:r>
          </a:p>
          <a:p>
            <a:r>
              <a:rPr lang="en-US" altLang="ko-KR" dirty="0" smtClean="0"/>
              <a:t>MAS </a:t>
            </a:r>
            <a:r>
              <a:rPr lang="ko-KR" altLang="en-US" dirty="0" smtClean="0"/>
              <a:t>와 </a:t>
            </a:r>
            <a:r>
              <a:rPr lang="en-US" altLang="ko-KR" dirty="0" smtClean="0"/>
              <a:t>HAS </a:t>
            </a:r>
            <a:r>
              <a:rPr lang="ko-KR" altLang="en-US" dirty="0" smtClean="0"/>
              <a:t>와의 통신을 통해 장비 와 </a:t>
            </a:r>
            <a:r>
              <a:rPr lang="en-US" altLang="ko-KR" dirty="0" smtClean="0"/>
              <a:t>Consumer </a:t>
            </a:r>
            <a:r>
              <a:rPr lang="ko-KR" altLang="en-US" dirty="0" smtClean="0"/>
              <a:t>간 </a:t>
            </a:r>
            <a:r>
              <a:rPr lang="en-US" altLang="ko-KR" dirty="0" smtClean="0"/>
              <a:t>EDA </a:t>
            </a:r>
            <a:r>
              <a:rPr lang="ko-KR" altLang="en-US" dirty="0" smtClean="0"/>
              <a:t>통신 </a:t>
            </a:r>
            <a:r>
              <a:rPr lang="en-US" altLang="ko-KR" dirty="0" smtClean="0"/>
              <a:t>Monitoring</a:t>
            </a:r>
          </a:p>
          <a:p>
            <a:r>
              <a:rPr lang="en-US" altLang="ko-KR" dirty="0" smtClean="0"/>
              <a:t>UI </a:t>
            </a:r>
            <a:r>
              <a:rPr lang="ko-KR" altLang="en-US" dirty="0" smtClean="0"/>
              <a:t>는 </a:t>
            </a:r>
            <a:r>
              <a:rPr lang="en-US" altLang="ko-KR" dirty="0" smtClean="0"/>
              <a:t>VIP </a:t>
            </a:r>
            <a:r>
              <a:rPr lang="ko-KR" altLang="en-US" dirty="0" smtClean="0"/>
              <a:t>통해 </a:t>
            </a:r>
            <a:r>
              <a:rPr lang="en-US" altLang="ko-KR" dirty="0" smtClean="0"/>
              <a:t>MAS </a:t>
            </a:r>
            <a:r>
              <a:rPr lang="ko-KR" altLang="en-US" dirty="0" smtClean="0"/>
              <a:t>와 </a:t>
            </a:r>
            <a:r>
              <a:rPr lang="en-US" altLang="ko-KR" dirty="0" smtClean="0"/>
              <a:t>HAS </a:t>
            </a:r>
            <a:r>
              <a:rPr lang="ko-KR" altLang="en-US" dirty="0" smtClean="0"/>
              <a:t>랑 통신</a:t>
            </a:r>
            <a:endParaRPr lang="ko-KR" altLang="en-US" dirty="0"/>
          </a:p>
        </p:txBody>
      </p:sp>
      <p:pic>
        <p:nvPicPr>
          <p:cNvPr id="9" name="그림 8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77793" y="2268161"/>
            <a:ext cx="4163006" cy="43916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7334564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032470"/>
          </a:xfrm>
        </p:spPr>
        <p:txBody>
          <a:bodyPr/>
          <a:lstStyle/>
          <a:p>
            <a:r>
              <a:rPr lang="en-US" altLang="ko-KR" b="1" dirty="0" smtClean="0"/>
              <a:t> Scope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0" y="1032470"/>
            <a:ext cx="12192000" cy="5825530"/>
          </a:xfrm>
        </p:spPr>
        <p:txBody>
          <a:bodyPr/>
          <a:lstStyle/>
          <a:p>
            <a:r>
              <a:rPr lang="en-US" altLang="ko-KR" sz="2400" dirty="0" err="1" smtClean="0"/>
              <a:t>DashBoard</a:t>
            </a:r>
            <a:r>
              <a:rPr lang="en-US" altLang="ko-KR" sz="2400" dirty="0" smtClean="0"/>
              <a:t> </a:t>
            </a:r>
            <a:r>
              <a:rPr lang="ko-KR" altLang="en-US" sz="2400" dirty="0" smtClean="0"/>
              <a:t>장비 </a:t>
            </a:r>
            <a:r>
              <a:rPr lang="en-US" altLang="ko-KR" sz="2400" dirty="0" smtClean="0"/>
              <a:t>Discovery </a:t>
            </a:r>
            <a:r>
              <a:rPr lang="ko-KR" altLang="en-US" sz="2400" dirty="0" smtClean="0"/>
              <a:t>현황</a:t>
            </a:r>
            <a:endParaRPr lang="en-US" altLang="ko-KR" sz="2400" dirty="0" smtClean="0"/>
          </a:p>
          <a:p>
            <a:r>
              <a:rPr lang="en-US" altLang="ko-KR" sz="2400" dirty="0" err="1" smtClean="0"/>
              <a:t>NewData</a:t>
            </a:r>
            <a:r>
              <a:rPr lang="en-US" altLang="ko-KR" sz="2400" dirty="0" smtClean="0"/>
              <a:t> </a:t>
            </a:r>
            <a:r>
              <a:rPr lang="en-US" altLang="ko-KR" sz="2400" dirty="0" err="1" smtClean="0"/>
              <a:t>Trasmission</a:t>
            </a:r>
            <a:r>
              <a:rPr lang="en-US" altLang="ko-KR" sz="2400" dirty="0" smtClean="0"/>
              <a:t> </a:t>
            </a:r>
            <a:r>
              <a:rPr lang="ko-KR" altLang="en-US" sz="2400" dirty="0" smtClean="0"/>
              <a:t>현황</a:t>
            </a:r>
            <a:endParaRPr lang="en-US" altLang="ko-KR" sz="2400" dirty="0" smtClean="0"/>
          </a:p>
          <a:p>
            <a:r>
              <a:rPr lang="en-US" altLang="ko-KR" sz="2400" dirty="0" smtClean="0"/>
              <a:t>Auto Session Recovery Config Status</a:t>
            </a:r>
          </a:p>
          <a:p>
            <a:r>
              <a:rPr lang="en-US" altLang="ko-KR" sz="2400" dirty="0" smtClean="0"/>
              <a:t>Abnormal Transaction History</a:t>
            </a:r>
          </a:p>
          <a:p>
            <a:r>
              <a:rPr lang="en-US" altLang="ko-KR" sz="2400" dirty="0" smtClean="0"/>
              <a:t>Application/Server Resource</a:t>
            </a:r>
          </a:p>
          <a:p>
            <a:r>
              <a:rPr lang="ko-KR" altLang="en-US" sz="2400" dirty="0" smtClean="0"/>
              <a:t>각 </a:t>
            </a:r>
            <a:r>
              <a:rPr lang="en-US" altLang="ko-KR" sz="2400" dirty="0" smtClean="0"/>
              <a:t>Application Control</a:t>
            </a:r>
          </a:p>
          <a:p>
            <a:r>
              <a:rPr lang="en-US" altLang="ko-KR" sz="2400" dirty="0" smtClean="0"/>
              <a:t>Proxy Status , Control</a:t>
            </a:r>
          </a:p>
          <a:p>
            <a:r>
              <a:rPr lang="en-US" altLang="ko-KR" sz="2400" dirty="0" smtClean="0"/>
              <a:t>Application Config </a:t>
            </a:r>
            <a:r>
              <a:rPr lang="ko-KR" altLang="en-US" sz="2400" dirty="0" smtClean="0"/>
              <a:t>관리</a:t>
            </a:r>
            <a:endParaRPr lang="en-US" altLang="ko-KR" sz="2400" dirty="0" smtClean="0"/>
          </a:p>
          <a:p>
            <a:r>
              <a:rPr lang="en-US" altLang="ko-KR" sz="2400" dirty="0" smtClean="0"/>
              <a:t>Data Transmission Tracking</a:t>
            </a:r>
          </a:p>
          <a:p>
            <a:r>
              <a:rPr lang="en-US" altLang="ko-KR" sz="2400" dirty="0" smtClean="0"/>
              <a:t>Abnormal History Search</a:t>
            </a:r>
          </a:p>
          <a:p>
            <a:r>
              <a:rPr lang="en-US" altLang="ko-KR" sz="2400" dirty="0" smtClean="0"/>
              <a:t>User Group Account Management</a:t>
            </a:r>
          </a:p>
          <a:p>
            <a:pPr marL="0" indent="0">
              <a:buNone/>
            </a:pPr>
            <a:endParaRPr lang="en-US" altLang="ko-KR" dirty="0" smtClean="0"/>
          </a:p>
        </p:txBody>
      </p:sp>
    </p:spTree>
    <p:extLst>
      <p:ext uri="{BB962C8B-B14F-4D97-AF65-F5344CB8AC3E}">
        <p14:creationId xmlns:p14="http://schemas.microsoft.com/office/powerpoint/2010/main" val="306024697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0" y="18091"/>
            <a:ext cx="12192000" cy="881301"/>
          </a:xfrm>
        </p:spPr>
        <p:txBody>
          <a:bodyPr>
            <a:normAutofit/>
          </a:bodyPr>
          <a:lstStyle/>
          <a:p>
            <a:r>
              <a:rPr lang="en-US" altLang="ko-KR" b="1" dirty="0" smtClean="0"/>
              <a:t> Scope - </a:t>
            </a:r>
            <a:r>
              <a:rPr lang="en-US" altLang="ko-KR" dirty="0" err="1"/>
              <a:t>DashBoard</a:t>
            </a:r>
            <a:r>
              <a:rPr lang="en-US" altLang="ko-KR" dirty="0"/>
              <a:t> </a:t>
            </a:r>
            <a:r>
              <a:rPr lang="ko-KR" altLang="en-US" dirty="0"/>
              <a:t>장비 </a:t>
            </a:r>
            <a:r>
              <a:rPr lang="en-US" altLang="ko-KR" dirty="0"/>
              <a:t>Discovery </a:t>
            </a:r>
            <a:r>
              <a:rPr lang="ko-KR" altLang="en-US" dirty="0" smtClean="0"/>
              <a:t>현황</a:t>
            </a:r>
            <a:endParaRPr lang="ko-KR" altLang="en-US" dirty="0"/>
          </a:p>
        </p:txBody>
      </p:sp>
      <p:pic>
        <p:nvPicPr>
          <p:cNvPr id="6" name="내용 개체 틀 5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0" y="2214247"/>
            <a:ext cx="12192000" cy="2845097"/>
          </a:xfrm>
          <a:prstGeom prst="rect">
            <a:avLst/>
          </a:prstGeom>
        </p:spPr>
      </p:pic>
      <p:sp>
        <p:nvSpPr>
          <p:cNvPr id="13" name="내용 개체 틀 2"/>
          <p:cNvSpPr txBox="1">
            <a:spLocks/>
          </p:cNvSpPr>
          <p:nvPr/>
        </p:nvSpPr>
        <p:spPr>
          <a:xfrm>
            <a:off x="0" y="1032470"/>
            <a:ext cx="12192000" cy="582553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dirty="0" smtClean="0"/>
              <a:t>DB</a:t>
            </a:r>
            <a:r>
              <a:rPr lang="ko-KR" altLang="en-US" dirty="0" smtClean="0"/>
              <a:t>에 저장된 장비 현황 </a:t>
            </a:r>
            <a:r>
              <a:rPr lang="en-US" altLang="ko-KR" dirty="0" smtClean="0"/>
              <a:t>MAS Server </a:t>
            </a:r>
            <a:r>
              <a:rPr lang="ko-KR" altLang="en-US" dirty="0" smtClean="0"/>
              <a:t>통해 가져와서 보여줌</a:t>
            </a:r>
            <a:r>
              <a:rPr lang="en-US" altLang="ko-KR" dirty="0" smtClean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661112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0" y="18091"/>
            <a:ext cx="12192000" cy="881301"/>
          </a:xfrm>
        </p:spPr>
        <p:txBody>
          <a:bodyPr>
            <a:normAutofit/>
          </a:bodyPr>
          <a:lstStyle/>
          <a:p>
            <a:r>
              <a:rPr lang="en-US" altLang="ko-KR" b="1" dirty="0" smtClean="0"/>
              <a:t> Scope - </a:t>
            </a:r>
            <a:r>
              <a:rPr lang="en-US" altLang="ko-KR" dirty="0" err="1"/>
              <a:t>NewData</a:t>
            </a:r>
            <a:r>
              <a:rPr lang="en-US" altLang="ko-KR" dirty="0"/>
              <a:t> </a:t>
            </a:r>
            <a:r>
              <a:rPr lang="en-US" altLang="ko-KR" dirty="0" err="1"/>
              <a:t>Trasmission</a:t>
            </a:r>
            <a:r>
              <a:rPr lang="en-US" altLang="ko-KR" dirty="0"/>
              <a:t> </a:t>
            </a:r>
            <a:r>
              <a:rPr lang="ko-KR" altLang="en-US" dirty="0"/>
              <a:t>현황</a:t>
            </a:r>
            <a:endParaRPr lang="en-US" altLang="ko-KR" dirty="0"/>
          </a:p>
        </p:txBody>
      </p:sp>
      <p:sp>
        <p:nvSpPr>
          <p:cNvPr id="13" name="내용 개체 틀 2"/>
          <p:cNvSpPr txBox="1">
            <a:spLocks/>
          </p:cNvSpPr>
          <p:nvPr/>
        </p:nvSpPr>
        <p:spPr>
          <a:xfrm>
            <a:off x="0" y="1032470"/>
            <a:ext cx="12192000" cy="582553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dirty="0" smtClean="0"/>
              <a:t>MAS</a:t>
            </a:r>
            <a:r>
              <a:rPr lang="ko-KR" altLang="en-US" dirty="0" smtClean="0"/>
              <a:t>로 부터 </a:t>
            </a:r>
            <a:r>
              <a:rPr lang="en-US" altLang="ko-KR" dirty="0" smtClean="0"/>
              <a:t>New data </a:t>
            </a:r>
            <a:r>
              <a:rPr lang="ko-KR" altLang="en-US" dirty="0" smtClean="0"/>
              <a:t>현황 가져와서 보여줌</a:t>
            </a:r>
            <a:r>
              <a:rPr lang="en-US" altLang="ko-KR" dirty="0" smtClean="0"/>
              <a:t>.</a:t>
            </a:r>
          </a:p>
        </p:txBody>
      </p:sp>
      <p:pic>
        <p:nvPicPr>
          <p:cNvPr id="4" name="그림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69690" y="2316233"/>
            <a:ext cx="7630590" cy="16290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3408320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0" y="18091"/>
            <a:ext cx="12192000" cy="881301"/>
          </a:xfrm>
        </p:spPr>
        <p:txBody>
          <a:bodyPr>
            <a:normAutofit/>
          </a:bodyPr>
          <a:lstStyle/>
          <a:p>
            <a:r>
              <a:rPr lang="en-US" altLang="ko-KR" b="1" dirty="0" smtClean="0"/>
              <a:t> Scope - </a:t>
            </a:r>
            <a:r>
              <a:rPr lang="en-US" altLang="ko-KR" dirty="0"/>
              <a:t>Auto Session Recovery Config Status</a:t>
            </a:r>
          </a:p>
        </p:txBody>
      </p:sp>
      <p:sp>
        <p:nvSpPr>
          <p:cNvPr id="13" name="내용 개체 틀 2"/>
          <p:cNvSpPr txBox="1">
            <a:spLocks/>
          </p:cNvSpPr>
          <p:nvPr/>
        </p:nvSpPr>
        <p:spPr>
          <a:xfrm>
            <a:off x="0" y="1032470"/>
            <a:ext cx="12192000" cy="582553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 dirty="0" smtClean="0"/>
              <a:t>라벨 클릭하여 </a:t>
            </a:r>
            <a:r>
              <a:rPr lang="ko-KR" altLang="en-US" dirty="0" err="1" smtClean="0"/>
              <a:t>자동복구</a:t>
            </a:r>
            <a:r>
              <a:rPr lang="ko-KR" altLang="en-US" dirty="0" smtClean="0"/>
              <a:t> 할 </a:t>
            </a:r>
            <a:r>
              <a:rPr lang="en-US" altLang="ko-KR" dirty="0" smtClean="0"/>
              <a:t>DCP </a:t>
            </a:r>
            <a:r>
              <a:rPr lang="ko-KR" altLang="en-US" dirty="0" smtClean="0"/>
              <a:t>저장 후 </a:t>
            </a:r>
            <a:r>
              <a:rPr lang="ko-KR" altLang="en-US" dirty="0" err="1" smtClean="0"/>
              <a:t>토글버튼</a:t>
            </a:r>
            <a:r>
              <a:rPr lang="ko-KR" altLang="en-US" dirty="0" smtClean="0"/>
              <a:t> 클릭하여 </a:t>
            </a:r>
            <a:r>
              <a:rPr lang="ko-KR" altLang="en-US" dirty="0" err="1" smtClean="0"/>
              <a:t>이상감지</a:t>
            </a:r>
            <a:r>
              <a:rPr lang="ko-KR" altLang="en-US" dirty="0" smtClean="0"/>
              <a:t> 시작</a:t>
            </a:r>
            <a:r>
              <a:rPr lang="en-US" altLang="ko-KR" dirty="0" smtClean="0"/>
              <a:t>.</a:t>
            </a:r>
          </a:p>
        </p:txBody>
      </p:sp>
      <p:pic>
        <p:nvPicPr>
          <p:cNvPr id="5" name="그림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98715" y="1636677"/>
            <a:ext cx="5202455" cy="2703811"/>
          </a:xfrm>
          <a:prstGeom prst="rect">
            <a:avLst/>
          </a:prstGeom>
        </p:spPr>
      </p:pic>
      <p:cxnSp>
        <p:nvCxnSpPr>
          <p:cNvPr id="9" name="직선 화살표 연결선 8"/>
          <p:cNvCxnSpPr>
            <a:stCxn id="4" idx="3"/>
            <a:endCxn id="5" idx="1"/>
          </p:cNvCxnSpPr>
          <p:nvPr/>
        </p:nvCxnSpPr>
        <p:spPr>
          <a:xfrm>
            <a:off x="5677128" y="2823237"/>
            <a:ext cx="1221587" cy="165346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그림 9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4752" y="4488298"/>
            <a:ext cx="5391902" cy="1581371"/>
          </a:xfrm>
          <a:prstGeom prst="rect">
            <a:avLst/>
          </a:prstGeom>
        </p:spPr>
      </p:pic>
      <p:cxnSp>
        <p:nvCxnSpPr>
          <p:cNvPr id="12" name="직선 화살표 연결선 11"/>
          <p:cNvCxnSpPr>
            <a:stCxn id="4" idx="2"/>
            <a:endCxn id="10" idx="0"/>
          </p:cNvCxnSpPr>
          <p:nvPr/>
        </p:nvCxnSpPr>
        <p:spPr>
          <a:xfrm>
            <a:off x="2985940" y="3580580"/>
            <a:ext cx="4763" cy="907718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1" name="그룹 20"/>
          <p:cNvGrpSpPr/>
          <p:nvPr/>
        </p:nvGrpSpPr>
        <p:grpSpPr>
          <a:xfrm>
            <a:off x="294752" y="2065894"/>
            <a:ext cx="5382376" cy="1514686"/>
            <a:chOff x="294752" y="2065894"/>
            <a:chExt cx="5382376" cy="1514686"/>
          </a:xfrm>
        </p:grpSpPr>
        <p:pic>
          <p:nvPicPr>
            <p:cNvPr id="4" name="그림 3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294752" y="2065894"/>
              <a:ext cx="5382376" cy="1514686"/>
            </a:xfrm>
            <a:prstGeom prst="rect">
              <a:avLst/>
            </a:prstGeom>
          </p:spPr>
        </p:pic>
        <p:sp>
          <p:nvSpPr>
            <p:cNvPr id="7" name="직사각형 6"/>
            <p:cNvSpPr/>
            <p:nvPr/>
          </p:nvSpPr>
          <p:spPr>
            <a:xfrm>
              <a:off x="5285433" y="2823237"/>
              <a:ext cx="241160" cy="278842"/>
            </a:xfrm>
            <a:prstGeom prst="rect">
              <a:avLst/>
            </a:prstGeom>
            <a:noFill/>
            <a:ln>
              <a:solidFill>
                <a:srgbClr val="FF0000"/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4" name="직사각형 13"/>
            <p:cNvSpPr/>
            <p:nvPr/>
          </p:nvSpPr>
          <p:spPr>
            <a:xfrm>
              <a:off x="1615873" y="2579513"/>
              <a:ext cx="1599599" cy="652793"/>
            </a:xfrm>
            <a:prstGeom prst="rect">
              <a:avLst/>
            </a:prstGeom>
            <a:noFill/>
            <a:ln>
              <a:solidFill>
                <a:srgbClr val="FF0000"/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15" name="TextBox 14"/>
          <p:cNvSpPr txBox="1"/>
          <p:nvPr/>
        </p:nvSpPr>
        <p:spPr>
          <a:xfrm>
            <a:off x="6692203" y="5096293"/>
            <a:ext cx="497443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 smtClean="0"/>
              <a:t>설정한 </a:t>
            </a:r>
            <a:r>
              <a:rPr lang="en-US" altLang="ko-KR" dirty="0" smtClean="0"/>
              <a:t>DCP </a:t>
            </a:r>
            <a:r>
              <a:rPr lang="ko-KR" altLang="en-US" dirty="0" smtClean="0"/>
              <a:t>를 이상 감지 하여 </a:t>
            </a:r>
            <a:r>
              <a:rPr lang="ko-KR" altLang="en-US" dirty="0" err="1" smtClean="0"/>
              <a:t>자동복구</a:t>
            </a:r>
            <a:r>
              <a:rPr lang="ko-KR" altLang="en-US" dirty="0" smtClean="0"/>
              <a:t> 수행</a:t>
            </a:r>
            <a:endParaRPr lang="ko-KR" altLang="en-US" dirty="0"/>
          </a:p>
        </p:txBody>
      </p:sp>
      <p:cxnSp>
        <p:nvCxnSpPr>
          <p:cNvPr id="17" name="직선 화살표 연결선 16"/>
          <p:cNvCxnSpPr>
            <a:stCxn id="10" idx="3"/>
            <a:endCxn id="15" idx="1"/>
          </p:cNvCxnSpPr>
          <p:nvPr/>
        </p:nvCxnSpPr>
        <p:spPr>
          <a:xfrm>
            <a:off x="5686654" y="5278984"/>
            <a:ext cx="1005549" cy="1975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0277743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0" y="18091"/>
            <a:ext cx="12192000" cy="881301"/>
          </a:xfrm>
        </p:spPr>
        <p:txBody>
          <a:bodyPr>
            <a:normAutofit/>
          </a:bodyPr>
          <a:lstStyle/>
          <a:p>
            <a:r>
              <a:rPr lang="en-US" altLang="ko-KR" b="1" dirty="0" smtClean="0"/>
              <a:t> Scope - </a:t>
            </a:r>
            <a:r>
              <a:rPr lang="en-US" altLang="ko-KR" dirty="0"/>
              <a:t>Abnormal Transaction History</a:t>
            </a:r>
          </a:p>
        </p:txBody>
      </p:sp>
      <p:sp>
        <p:nvSpPr>
          <p:cNvPr id="13" name="내용 개체 틀 2"/>
          <p:cNvSpPr txBox="1">
            <a:spLocks/>
          </p:cNvSpPr>
          <p:nvPr/>
        </p:nvSpPr>
        <p:spPr>
          <a:xfrm>
            <a:off x="0" y="1032470"/>
            <a:ext cx="12192000" cy="582553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dirty="0" smtClean="0"/>
              <a:t>MAS </a:t>
            </a:r>
            <a:r>
              <a:rPr lang="ko-KR" altLang="en-US" dirty="0" smtClean="0"/>
              <a:t>통해서 해당 날짜의 </a:t>
            </a:r>
            <a:r>
              <a:rPr lang="en-US" altLang="ko-KR" dirty="0" smtClean="0"/>
              <a:t>Abnormal History </a:t>
            </a:r>
            <a:r>
              <a:rPr lang="ko-KR" altLang="en-US" dirty="0" smtClean="0"/>
              <a:t>를 가져와서 보여준다</a:t>
            </a:r>
            <a:r>
              <a:rPr lang="en-US" altLang="ko-KR" dirty="0" smtClean="0"/>
              <a:t>.</a:t>
            </a:r>
          </a:p>
          <a:p>
            <a:r>
              <a:rPr lang="ko-KR" altLang="en-US" dirty="0" smtClean="0"/>
              <a:t>버튼 클릭 시 날짜 변경 가능</a:t>
            </a:r>
            <a:endParaRPr lang="en-US" altLang="ko-KR" dirty="0" smtClean="0"/>
          </a:p>
          <a:p>
            <a:r>
              <a:rPr lang="en-US" altLang="ko-KR" dirty="0" smtClean="0"/>
              <a:t>Combo Box </a:t>
            </a:r>
            <a:r>
              <a:rPr lang="ko-KR" altLang="en-US" dirty="0" smtClean="0"/>
              <a:t>로 </a:t>
            </a:r>
            <a:r>
              <a:rPr lang="en-US" altLang="ko-KR" dirty="0" smtClean="0"/>
              <a:t>Daily / Weekly </a:t>
            </a:r>
            <a:r>
              <a:rPr lang="ko-KR" altLang="en-US" dirty="0" smtClean="0"/>
              <a:t>선택 가능</a:t>
            </a:r>
            <a:endParaRPr lang="en-US" altLang="ko-KR" dirty="0" smtClean="0"/>
          </a:p>
        </p:txBody>
      </p:sp>
      <p:grpSp>
        <p:nvGrpSpPr>
          <p:cNvPr id="7" name="그룹 6"/>
          <p:cNvGrpSpPr/>
          <p:nvPr/>
        </p:nvGrpSpPr>
        <p:grpSpPr>
          <a:xfrm>
            <a:off x="22667" y="3225520"/>
            <a:ext cx="12169333" cy="3632479"/>
            <a:chOff x="22667" y="3225520"/>
            <a:chExt cx="12169333" cy="3632479"/>
          </a:xfrm>
        </p:grpSpPr>
        <p:pic>
          <p:nvPicPr>
            <p:cNvPr id="4" name="그림 3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2667" y="3225520"/>
              <a:ext cx="12169333" cy="3632479"/>
            </a:xfrm>
            <a:prstGeom prst="rect">
              <a:avLst/>
            </a:prstGeom>
          </p:spPr>
        </p:pic>
        <p:sp>
          <p:nvSpPr>
            <p:cNvPr id="5" name="모서리가 둥근 직사각형 4"/>
            <p:cNvSpPr/>
            <p:nvPr/>
          </p:nvSpPr>
          <p:spPr>
            <a:xfrm>
              <a:off x="9355015" y="3516923"/>
              <a:ext cx="914400" cy="371789"/>
            </a:xfrm>
            <a:prstGeom prst="roundRect">
              <a:avLst/>
            </a:prstGeom>
            <a:noFill/>
            <a:ln>
              <a:solidFill>
                <a:srgbClr val="FF0000"/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" name="모서리가 둥근 직사각형 7"/>
            <p:cNvSpPr/>
            <p:nvPr/>
          </p:nvSpPr>
          <p:spPr>
            <a:xfrm>
              <a:off x="10316307" y="3516922"/>
              <a:ext cx="395236" cy="371789"/>
            </a:xfrm>
            <a:prstGeom prst="roundRect">
              <a:avLst/>
            </a:prstGeom>
            <a:noFill/>
            <a:ln>
              <a:solidFill>
                <a:srgbClr val="FF0000"/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9" name="모서리가 둥근 직사각형 8"/>
            <p:cNvSpPr/>
            <p:nvPr/>
          </p:nvSpPr>
          <p:spPr>
            <a:xfrm>
              <a:off x="11619242" y="3516921"/>
              <a:ext cx="395236" cy="371789"/>
            </a:xfrm>
            <a:prstGeom prst="roundRect">
              <a:avLst/>
            </a:prstGeom>
            <a:noFill/>
            <a:ln>
              <a:solidFill>
                <a:srgbClr val="FF0000"/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371688185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0" y="18091"/>
            <a:ext cx="12192000" cy="881301"/>
          </a:xfrm>
        </p:spPr>
        <p:txBody>
          <a:bodyPr>
            <a:normAutofit/>
          </a:bodyPr>
          <a:lstStyle/>
          <a:p>
            <a:r>
              <a:rPr lang="en-US" altLang="ko-KR" b="1" dirty="0" smtClean="0"/>
              <a:t> Scope - </a:t>
            </a:r>
            <a:r>
              <a:rPr lang="en-US" altLang="ko-KR" dirty="0"/>
              <a:t>Application/Server </a:t>
            </a:r>
            <a:r>
              <a:rPr lang="en-US" altLang="ko-KR" dirty="0" smtClean="0"/>
              <a:t>Resource</a:t>
            </a:r>
            <a:endParaRPr lang="ko-KR" altLang="en-US" dirty="0"/>
          </a:p>
        </p:txBody>
      </p:sp>
      <p:sp>
        <p:nvSpPr>
          <p:cNvPr id="13" name="내용 개체 틀 2"/>
          <p:cNvSpPr txBox="1">
            <a:spLocks/>
          </p:cNvSpPr>
          <p:nvPr/>
        </p:nvSpPr>
        <p:spPr>
          <a:xfrm>
            <a:off x="0" y="1032470"/>
            <a:ext cx="12192000" cy="582553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dirty="0" smtClean="0"/>
              <a:t>MAS </a:t>
            </a:r>
            <a:r>
              <a:rPr lang="ko-KR" altLang="en-US" dirty="0" smtClean="0"/>
              <a:t>통해 </a:t>
            </a:r>
            <a:r>
              <a:rPr lang="en-US" altLang="ko-KR" dirty="0" smtClean="0"/>
              <a:t>Application / Server </a:t>
            </a:r>
            <a:r>
              <a:rPr lang="ko-KR" altLang="en-US" dirty="0" smtClean="0"/>
              <a:t>의 </a:t>
            </a:r>
            <a:r>
              <a:rPr lang="en-US" altLang="ko-KR" dirty="0" smtClean="0"/>
              <a:t>Resource </a:t>
            </a:r>
            <a:r>
              <a:rPr lang="ko-KR" altLang="en-US" dirty="0" smtClean="0"/>
              <a:t>현황을 가져와서 보여준다</a:t>
            </a:r>
            <a:r>
              <a:rPr lang="en-US" altLang="ko-KR" dirty="0" smtClean="0"/>
              <a:t>.</a:t>
            </a:r>
          </a:p>
        </p:txBody>
      </p:sp>
      <p:pic>
        <p:nvPicPr>
          <p:cNvPr id="4" name="그림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62201" y="1684708"/>
            <a:ext cx="3673868" cy="4972325"/>
          </a:xfrm>
          <a:prstGeom prst="rect">
            <a:avLst/>
          </a:prstGeom>
        </p:spPr>
      </p:pic>
      <p:pic>
        <p:nvPicPr>
          <p:cNvPr id="5" name="그림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2749680"/>
            <a:ext cx="4572638" cy="23911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9917980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0" y="18091"/>
            <a:ext cx="12192000" cy="881301"/>
          </a:xfrm>
        </p:spPr>
        <p:txBody>
          <a:bodyPr>
            <a:normAutofit/>
          </a:bodyPr>
          <a:lstStyle/>
          <a:p>
            <a:r>
              <a:rPr lang="en-US" altLang="ko-KR" b="1" dirty="0" smtClean="0"/>
              <a:t> Scope - </a:t>
            </a:r>
            <a:r>
              <a:rPr lang="ko-KR" altLang="en-US" dirty="0"/>
              <a:t>각 </a:t>
            </a:r>
            <a:r>
              <a:rPr lang="en-US" altLang="ko-KR" dirty="0"/>
              <a:t>Application Control</a:t>
            </a:r>
          </a:p>
        </p:txBody>
      </p:sp>
      <p:sp>
        <p:nvSpPr>
          <p:cNvPr id="13" name="내용 개체 틀 2"/>
          <p:cNvSpPr txBox="1">
            <a:spLocks/>
          </p:cNvSpPr>
          <p:nvPr/>
        </p:nvSpPr>
        <p:spPr>
          <a:xfrm>
            <a:off x="0" y="1032470"/>
            <a:ext cx="12192000" cy="582553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dirty="0" smtClean="0"/>
              <a:t>MAS </a:t>
            </a:r>
            <a:r>
              <a:rPr lang="ko-KR" altLang="en-US" dirty="0" smtClean="0"/>
              <a:t>통해서 </a:t>
            </a:r>
            <a:r>
              <a:rPr lang="en-US" altLang="ko-KR" dirty="0" smtClean="0"/>
              <a:t>Application </a:t>
            </a:r>
            <a:r>
              <a:rPr lang="ko-KR" altLang="en-US" dirty="0" smtClean="0"/>
              <a:t>의 상태를 가져온 뒤 제어하고 싶은 </a:t>
            </a:r>
            <a:r>
              <a:rPr lang="en-US" altLang="ko-KR" dirty="0" smtClean="0"/>
              <a:t>Application </a:t>
            </a:r>
            <a:r>
              <a:rPr lang="ko-KR" altLang="en-US" dirty="0" smtClean="0"/>
              <a:t>선택 후 제어</a:t>
            </a:r>
            <a:r>
              <a:rPr lang="en-US" altLang="ko-KR" dirty="0" smtClean="0"/>
              <a:t>.</a:t>
            </a:r>
          </a:p>
        </p:txBody>
      </p:sp>
      <p:pic>
        <p:nvPicPr>
          <p:cNvPr id="4" name="그림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929284"/>
            <a:ext cx="12192000" cy="49387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3775124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0" y="18091"/>
            <a:ext cx="12192000" cy="881301"/>
          </a:xfrm>
        </p:spPr>
        <p:txBody>
          <a:bodyPr>
            <a:normAutofit/>
          </a:bodyPr>
          <a:lstStyle/>
          <a:p>
            <a:r>
              <a:rPr lang="en-US" altLang="ko-KR" b="1" dirty="0" smtClean="0"/>
              <a:t> Scope - </a:t>
            </a:r>
            <a:r>
              <a:rPr lang="en-US" altLang="ko-KR" dirty="0"/>
              <a:t>Proxy Status , </a:t>
            </a:r>
            <a:r>
              <a:rPr lang="en-US" altLang="ko-KR" dirty="0" smtClean="0"/>
              <a:t>Control</a:t>
            </a:r>
            <a:endParaRPr lang="ko-KR" altLang="en-US" dirty="0"/>
          </a:p>
        </p:txBody>
      </p:sp>
      <p:sp>
        <p:nvSpPr>
          <p:cNvPr id="13" name="내용 개체 틀 2"/>
          <p:cNvSpPr txBox="1">
            <a:spLocks/>
          </p:cNvSpPr>
          <p:nvPr/>
        </p:nvSpPr>
        <p:spPr>
          <a:xfrm>
            <a:off x="0" y="1032470"/>
            <a:ext cx="12192000" cy="582553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dirty="0" smtClean="0"/>
              <a:t>MAS </a:t>
            </a:r>
            <a:r>
              <a:rPr lang="ko-KR" altLang="en-US" dirty="0" smtClean="0"/>
              <a:t>통해 </a:t>
            </a:r>
            <a:r>
              <a:rPr lang="en-US" altLang="ko-KR" dirty="0" smtClean="0"/>
              <a:t>Proxy </a:t>
            </a:r>
            <a:r>
              <a:rPr lang="ko-KR" altLang="en-US" dirty="0" smtClean="0"/>
              <a:t>의 </a:t>
            </a:r>
            <a:r>
              <a:rPr lang="en-US" altLang="ko-KR" dirty="0" smtClean="0"/>
              <a:t>Status </a:t>
            </a:r>
            <a:r>
              <a:rPr lang="ko-KR" altLang="en-US" dirty="0" smtClean="0"/>
              <a:t>정보 가져온다</a:t>
            </a:r>
            <a:r>
              <a:rPr lang="en-US" altLang="ko-KR" dirty="0" smtClean="0"/>
              <a:t>. </a:t>
            </a:r>
            <a:r>
              <a:rPr lang="ko-KR" altLang="en-US" dirty="0" smtClean="0"/>
              <a:t>우 클릭 하여 </a:t>
            </a:r>
            <a:r>
              <a:rPr lang="en-US" altLang="ko-KR" dirty="0" smtClean="0"/>
              <a:t>Proxy Enable/Disable </a:t>
            </a:r>
            <a:r>
              <a:rPr lang="ko-KR" altLang="en-US" dirty="0" smtClean="0"/>
              <a:t>하여 제어 한다</a:t>
            </a:r>
            <a:r>
              <a:rPr lang="en-US" altLang="ko-KR" dirty="0" smtClean="0"/>
              <a:t>.</a:t>
            </a:r>
          </a:p>
        </p:txBody>
      </p:sp>
      <p:pic>
        <p:nvPicPr>
          <p:cNvPr id="4" name="그림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" y="1858945"/>
            <a:ext cx="12192001" cy="49934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1609109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0" y="18091"/>
            <a:ext cx="12192000" cy="881301"/>
          </a:xfrm>
        </p:spPr>
        <p:txBody>
          <a:bodyPr>
            <a:normAutofit/>
          </a:bodyPr>
          <a:lstStyle/>
          <a:p>
            <a:r>
              <a:rPr lang="en-US" altLang="ko-KR" b="1" dirty="0" smtClean="0"/>
              <a:t> Scope - </a:t>
            </a:r>
            <a:r>
              <a:rPr lang="en-US" altLang="ko-KR" dirty="0"/>
              <a:t>Application Config </a:t>
            </a:r>
            <a:r>
              <a:rPr lang="ko-KR" altLang="en-US" dirty="0" smtClean="0"/>
              <a:t>관리</a:t>
            </a:r>
            <a:endParaRPr lang="ko-KR" altLang="en-US" dirty="0"/>
          </a:p>
        </p:txBody>
      </p:sp>
      <p:sp>
        <p:nvSpPr>
          <p:cNvPr id="13" name="내용 개체 틀 2"/>
          <p:cNvSpPr txBox="1">
            <a:spLocks/>
          </p:cNvSpPr>
          <p:nvPr/>
        </p:nvSpPr>
        <p:spPr>
          <a:xfrm>
            <a:off x="0" y="1032470"/>
            <a:ext cx="12192000" cy="582553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dirty="0" smtClean="0"/>
              <a:t>MAS </a:t>
            </a:r>
            <a:r>
              <a:rPr lang="ko-KR" altLang="en-US" dirty="0" smtClean="0"/>
              <a:t>통해서 </a:t>
            </a:r>
            <a:r>
              <a:rPr lang="en-US" altLang="ko-KR" dirty="0" smtClean="0"/>
              <a:t>Application </a:t>
            </a:r>
            <a:r>
              <a:rPr lang="ko-KR" altLang="en-US" dirty="0" smtClean="0"/>
              <a:t>의 </a:t>
            </a:r>
            <a:r>
              <a:rPr lang="en-US" altLang="ko-KR" dirty="0" smtClean="0"/>
              <a:t>Config </a:t>
            </a:r>
            <a:r>
              <a:rPr lang="ko-KR" altLang="en-US" dirty="0" smtClean="0"/>
              <a:t>를 가져온다</a:t>
            </a:r>
            <a:r>
              <a:rPr lang="en-US" altLang="ko-KR" dirty="0" smtClean="0"/>
              <a:t>.</a:t>
            </a:r>
          </a:p>
          <a:p>
            <a:r>
              <a:rPr lang="en-US" altLang="ko-KR" dirty="0" smtClean="0"/>
              <a:t>Config Delete/Add/Edit </a:t>
            </a:r>
            <a:r>
              <a:rPr lang="ko-KR" altLang="en-US" dirty="0" smtClean="0"/>
              <a:t>가능 하며 </a:t>
            </a:r>
            <a:r>
              <a:rPr lang="en-US" altLang="ko-KR" dirty="0" smtClean="0"/>
              <a:t>Deploy </a:t>
            </a:r>
            <a:r>
              <a:rPr lang="ko-KR" altLang="en-US" dirty="0" smtClean="0"/>
              <a:t>를 통해 </a:t>
            </a:r>
            <a:r>
              <a:rPr lang="en-US" altLang="ko-KR" dirty="0" smtClean="0"/>
              <a:t>Config </a:t>
            </a:r>
            <a:r>
              <a:rPr lang="ko-KR" altLang="en-US" dirty="0" smtClean="0"/>
              <a:t>를 각 </a:t>
            </a:r>
            <a:r>
              <a:rPr lang="en-US" altLang="ko-KR" dirty="0" smtClean="0"/>
              <a:t>Application </a:t>
            </a:r>
            <a:r>
              <a:rPr lang="ko-KR" altLang="en-US" dirty="0" smtClean="0"/>
              <a:t>에 적용 가능하다</a:t>
            </a:r>
            <a:r>
              <a:rPr lang="en-US" altLang="ko-KR" dirty="0" smtClean="0"/>
              <a:t>.</a:t>
            </a:r>
          </a:p>
        </p:txBody>
      </p:sp>
      <p:pic>
        <p:nvPicPr>
          <p:cNvPr id="4" name="그림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391281"/>
            <a:ext cx="12191999" cy="44667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0735297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0" y="18091"/>
            <a:ext cx="12192000" cy="881301"/>
          </a:xfrm>
        </p:spPr>
        <p:txBody>
          <a:bodyPr>
            <a:normAutofit/>
          </a:bodyPr>
          <a:lstStyle/>
          <a:p>
            <a:r>
              <a:rPr lang="en-US" altLang="ko-KR" b="1" dirty="0" smtClean="0"/>
              <a:t> Scope - </a:t>
            </a:r>
            <a:r>
              <a:rPr lang="en-US" altLang="ko-KR" dirty="0"/>
              <a:t>Data Transmission </a:t>
            </a:r>
            <a:r>
              <a:rPr lang="en-US" altLang="ko-KR" dirty="0" smtClean="0"/>
              <a:t>Tracking</a:t>
            </a:r>
            <a:endParaRPr lang="ko-KR" altLang="en-US" dirty="0"/>
          </a:p>
        </p:txBody>
      </p:sp>
      <p:sp>
        <p:nvSpPr>
          <p:cNvPr id="13" name="내용 개체 틀 2"/>
          <p:cNvSpPr txBox="1">
            <a:spLocks/>
          </p:cNvSpPr>
          <p:nvPr/>
        </p:nvSpPr>
        <p:spPr>
          <a:xfrm>
            <a:off x="0" y="1032470"/>
            <a:ext cx="12192000" cy="582553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dirty="0" smtClean="0"/>
              <a:t>MAS </a:t>
            </a:r>
            <a:r>
              <a:rPr lang="ko-KR" altLang="en-US" dirty="0" smtClean="0"/>
              <a:t>통해 각 검색조건으로 장비 정보를 가져온다</a:t>
            </a:r>
            <a:r>
              <a:rPr lang="en-US" altLang="ko-KR" dirty="0" smtClean="0"/>
              <a:t>.</a:t>
            </a:r>
          </a:p>
        </p:txBody>
      </p:sp>
      <p:grpSp>
        <p:nvGrpSpPr>
          <p:cNvPr id="24" name="그룹 23"/>
          <p:cNvGrpSpPr/>
          <p:nvPr/>
        </p:nvGrpSpPr>
        <p:grpSpPr>
          <a:xfrm>
            <a:off x="0" y="1547446"/>
            <a:ext cx="12192000" cy="5310554"/>
            <a:chOff x="0" y="1547446"/>
            <a:chExt cx="12192000" cy="5310554"/>
          </a:xfrm>
        </p:grpSpPr>
        <p:pic>
          <p:nvPicPr>
            <p:cNvPr id="4" name="그림 3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0" y="1547446"/>
              <a:ext cx="12192000" cy="1791325"/>
            </a:xfrm>
            <a:prstGeom prst="rect">
              <a:avLst/>
            </a:prstGeom>
          </p:spPr>
        </p:pic>
        <p:pic>
          <p:nvPicPr>
            <p:cNvPr id="5" name="그림 4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71919" y="4411909"/>
              <a:ext cx="2372056" cy="1806434"/>
            </a:xfrm>
            <a:prstGeom prst="rect">
              <a:avLst/>
            </a:prstGeom>
          </p:spPr>
        </p:pic>
        <p:pic>
          <p:nvPicPr>
            <p:cNvPr id="7" name="그림 6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2968805" y="3785265"/>
              <a:ext cx="4249245" cy="3072735"/>
            </a:xfrm>
            <a:prstGeom prst="rect">
              <a:avLst/>
            </a:prstGeom>
          </p:spPr>
        </p:pic>
        <p:pic>
          <p:nvPicPr>
            <p:cNvPr id="10" name="그림 9"/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7742880" y="3772252"/>
              <a:ext cx="4449120" cy="3085748"/>
            </a:xfrm>
            <a:prstGeom prst="rect">
              <a:avLst/>
            </a:prstGeom>
          </p:spPr>
        </p:pic>
        <p:sp>
          <p:nvSpPr>
            <p:cNvPr id="11" name="직사각형 10"/>
            <p:cNvSpPr/>
            <p:nvPr/>
          </p:nvSpPr>
          <p:spPr>
            <a:xfrm>
              <a:off x="215757" y="3126858"/>
              <a:ext cx="11976243" cy="211913"/>
            </a:xfrm>
            <a:prstGeom prst="rect">
              <a:avLst/>
            </a:prstGeom>
            <a:noFill/>
            <a:ln>
              <a:solidFill>
                <a:srgbClr val="FF0000"/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14" name="직선 화살표 연결선 13"/>
            <p:cNvCxnSpPr>
              <a:endCxn id="5" idx="0"/>
            </p:cNvCxnSpPr>
            <p:nvPr/>
          </p:nvCxnSpPr>
          <p:spPr>
            <a:xfrm>
              <a:off x="1257947" y="3338771"/>
              <a:ext cx="0" cy="1073138"/>
            </a:xfrm>
            <a:prstGeom prst="straightConnector1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직사각형 15"/>
            <p:cNvSpPr/>
            <p:nvPr/>
          </p:nvSpPr>
          <p:spPr>
            <a:xfrm>
              <a:off x="215757" y="5121764"/>
              <a:ext cx="1972639" cy="338317"/>
            </a:xfrm>
            <a:prstGeom prst="rect">
              <a:avLst/>
            </a:prstGeom>
            <a:noFill/>
            <a:ln>
              <a:solidFill>
                <a:srgbClr val="FF0000"/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18" name="직선 화살표 연결선 17"/>
            <p:cNvCxnSpPr>
              <a:endCxn id="7" idx="1"/>
            </p:cNvCxnSpPr>
            <p:nvPr/>
          </p:nvCxnSpPr>
          <p:spPr>
            <a:xfrm>
              <a:off x="2208944" y="5288967"/>
              <a:ext cx="759861" cy="32666"/>
            </a:xfrm>
            <a:prstGeom prst="straightConnector1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9" name="직사각형 18"/>
            <p:cNvSpPr/>
            <p:nvPr/>
          </p:nvSpPr>
          <p:spPr>
            <a:xfrm>
              <a:off x="2968805" y="5441793"/>
              <a:ext cx="4249245" cy="158282"/>
            </a:xfrm>
            <a:prstGeom prst="rect">
              <a:avLst/>
            </a:prstGeom>
            <a:noFill/>
            <a:ln>
              <a:solidFill>
                <a:srgbClr val="FF0000"/>
              </a:solidFill>
              <a:prstDash val="sys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20" name="직선 화살표 연결선 19"/>
            <p:cNvCxnSpPr>
              <a:stCxn id="7" idx="3"/>
              <a:endCxn id="10" idx="1"/>
            </p:cNvCxnSpPr>
            <p:nvPr/>
          </p:nvCxnSpPr>
          <p:spPr>
            <a:xfrm flipV="1">
              <a:off x="7218050" y="5315126"/>
              <a:ext cx="524830" cy="6506"/>
            </a:xfrm>
            <a:prstGeom prst="straightConnector1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81959963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0" y="18091"/>
            <a:ext cx="12192000" cy="881301"/>
          </a:xfrm>
        </p:spPr>
        <p:txBody>
          <a:bodyPr>
            <a:normAutofit/>
          </a:bodyPr>
          <a:lstStyle/>
          <a:p>
            <a:r>
              <a:rPr lang="en-US" altLang="ko-KR" b="1" dirty="0" smtClean="0"/>
              <a:t> Scope - </a:t>
            </a:r>
            <a:r>
              <a:rPr lang="en-US" altLang="ko-KR" dirty="0"/>
              <a:t>Abnormal History </a:t>
            </a:r>
            <a:r>
              <a:rPr lang="en-US" altLang="ko-KR" dirty="0" smtClean="0"/>
              <a:t>Search</a:t>
            </a:r>
            <a:endParaRPr lang="ko-KR" altLang="en-US" dirty="0"/>
          </a:p>
        </p:txBody>
      </p:sp>
      <p:sp>
        <p:nvSpPr>
          <p:cNvPr id="13" name="내용 개체 틀 2"/>
          <p:cNvSpPr txBox="1">
            <a:spLocks/>
          </p:cNvSpPr>
          <p:nvPr/>
        </p:nvSpPr>
        <p:spPr>
          <a:xfrm>
            <a:off x="0" y="1032470"/>
            <a:ext cx="12192000" cy="582553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 dirty="0" smtClean="0"/>
              <a:t>검색 조건에 맞게 </a:t>
            </a:r>
            <a:r>
              <a:rPr lang="en-US" altLang="ko-KR" dirty="0" smtClean="0"/>
              <a:t>MAS </a:t>
            </a:r>
            <a:r>
              <a:rPr lang="ko-KR" altLang="en-US" dirty="0" smtClean="0"/>
              <a:t>에서 </a:t>
            </a:r>
            <a:r>
              <a:rPr lang="en-US" altLang="ko-KR" dirty="0" smtClean="0"/>
              <a:t>Abnormal History </a:t>
            </a:r>
            <a:r>
              <a:rPr lang="ko-KR" altLang="en-US" dirty="0" smtClean="0"/>
              <a:t>를 검색하여 보여준다</a:t>
            </a:r>
            <a:r>
              <a:rPr lang="en-US" altLang="ko-KR" dirty="0" smtClean="0"/>
              <a:t>.</a:t>
            </a:r>
          </a:p>
        </p:txBody>
      </p:sp>
      <p:grpSp>
        <p:nvGrpSpPr>
          <p:cNvPr id="11" name="그룹 10"/>
          <p:cNvGrpSpPr/>
          <p:nvPr/>
        </p:nvGrpSpPr>
        <p:grpSpPr>
          <a:xfrm>
            <a:off x="91825" y="1497542"/>
            <a:ext cx="12016439" cy="5120779"/>
            <a:chOff x="91825" y="1497542"/>
            <a:chExt cx="12016439" cy="5120779"/>
          </a:xfrm>
        </p:grpSpPr>
        <p:pic>
          <p:nvPicPr>
            <p:cNvPr id="4" name="그림 3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91825" y="1497542"/>
              <a:ext cx="12016439" cy="1808366"/>
            </a:xfrm>
            <a:prstGeom prst="rect">
              <a:avLst/>
            </a:prstGeom>
          </p:spPr>
        </p:pic>
        <p:sp>
          <p:nvSpPr>
            <p:cNvPr id="7" name="직사각형 6"/>
            <p:cNvSpPr/>
            <p:nvPr/>
          </p:nvSpPr>
          <p:spPr>
            <a:xfrm>
              <a:off x="107878" y="2785214"/>
              <a:ext cx="11976243" cy="211913"/>
            </a:xfrm>
            <a:prstGeom prst="rect">
              <a:avLst/>
            </a:prstGeom>
            <a:noFill/>
            <a:ln>
              <a:solidFill>
                <a:srgbClr val="FF0000"/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8" name="그림 7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971376" y="3545586"/>
              <a:ext cx="4249245" cy="3072735"/>
            </a:xfrm>
            <a:prstGeom prst="rect">
              <a:avLst/>
            </a:prstGeom>
          </p:spPr>
        </p:pic>
        <p:cxnSp>
          <p:nvCxnSpPr>
            <p:cNvPr id="9" name="직선 화살표 연결선 8"/>
            <p:cNvCxnSpPr>
              <a:endCxn id="8" idx="0"/>
            </p:cNvCxnSpPr>
            <p:nvPr/>
          </p:nvCxnSpPr>
          <p:spPr>
            <a:xfrm>
              <a:off x="6089301" y="2997127"/>
              <a:ext cx="6698" cy="548459"/>
            </a:xfrm>
            <a:prstGeom prst="straightConnector1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11254188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0" y="18091"/>
            <a:ext cx="12192000" cy="881301"/>
          </a:xfrm>
        </p:spPr>
        <p:txBody>
          <a:bodyPr>
            <a:normAutofit/>
          </a:bodyPr>
          <a:lstStyle/>
          <a:p>
            <a:r>
              <a:rPr lang="en-US" altLang="ko-KR" b="1" dirty="0" smtClean="0"/>
              <a:t> Scope - </a:t>
            </a:r>
            <a:r>
              <a:rPr lang="en-US" altLang="ko-KR" dirty="0"/>
              <a:t>User Group Account </a:t>
            </a:r>
            <a:r>
              <a:rPr lang="en-US" altLang="ko-KR" dirty="0" smtClean="0"/>
              <a:t>Management</a:t>
            </a:r>
            <a:endParaRPr lang="ko-KR" altLang="en-US" dirty="0"/>
          </a:p>
        </p:txBody>
      </p:sp>
      <p:sp>
        <p:nvSpPr>
          <p:cNvPr id="13" name="내용 개체 틀 2"/>
          <p:cNvSpPr txBox="1">
            <a:spLocks/>
          </p:cNvSpPr>
          <p:nvPr/>
        </p:nvSpPr>
        <p:spPr>
          <a:xfrm>
            <a:off x="0" y="1032470"/>
            <a:ext cx="12192000" cy="582553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dirty="0" smtClean="0"/>
              <a:t>User Management </a:t>
            </a:r>
            <a:r>
              <a:rPr lang="ko-KR" altLang="en-US" dirty="0" smtClean="0"/>
              <a:t>에서 유저 생성 후 </a:t>
            </a:r>
            <a:r>
              <a:rPr lang="en-US" altLang="ko-KR" dirty="0" smtClean="0"/>
              <a:t>Group Management </a:t>
            </a:r>
            <a:r>
              <a:rPr lang="ko-KR" altLang="en-US" dirty="0" smtClean="0"/>
              <a:t>에서 각 그룹 매칭 하여 유저를 넣어준다</a:t>
            </a:r>
            <a:r>
              <a:rPr lang="en-US" altLang="ko-KR" dirty="0" smtClean="0"/>
              <a:t>.</a:t>
            </a:r>
          </a:p>
        </p:txBody>
      </p:sp>
      <p:pic>
        <p:nvPicPr>
          <p:cNvPr id="4" name="그림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879837"/>
            <a:ext cx="12192000" cy="3852558"/>
          </a:xfrm>
          <a:prstGeom prst="rect">
            <a:avLst/>
          </a:prstGeom>
        </p:spPr>
      </p:pic>
      <p:pic>
        <p:nvPicPr>
          <p:cNvPr id="5" name="그림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896148"/>
            <a:ext cx="12192000" cy="8506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955280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0" y="18091"/>
            <a:ext cx="12192000" cy="881301"/>
          </a:xfrm>
        </p:spPr>
        <p:txBody>
          <a:bodyPr>
            <a:normAutofit/>
          </a:bodyPr>
          <a:lstStyle/>
          <a:p>
            <a:r>
              <a:rPr lang="en-US" altLang="ko-KR" b="1" dirty="0" smtClean="0"/>
              <a:t> Scope – </a:t>
            </a:r>
            <a:r>
              <a:rPr lang="en-US" altLang="ko-KR" dirty="0" smtClean="0"/>
              <a:t>Equipment &amp; Consumer</a:t>
            </a:r>
            <a:endParaRPr lang="ko-KR" altLang="en-US" dirty="0"/>
          </a:p>
        </p:txBody>
      </p:sp>
      <p:sp>
        <p:nvSpPr>
          <p:cNvPr id="13" name="내용 개체 틀 2"/>
          <p:cNvSpPr txBox="1">
            <a:spLocks/>
          </p:cNvSpPr>
          <p:nvPr/>
        </p:nvSpPr>
        <p:spPr>
          <a:xfrm>
            <a:off x="0" y="1032470"/>
            <a:ext cx="12192000" cy="582553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 dirty="0" smtClean="0"/>
              <a:t>장비 </a:t>
            </a:r>
            <a:r>
              <a:rPr lang="en-US" altLang="ko-KR" dirty="0" smtClean="0"/>
              <a:t>Discovery </a:t>
            </a:r>
            <a:r>
              <a:rPr lang="ko-KR" altLang="en-US" dirty="0" smtClean="0"/>
              <a:t>와 </a:t>
            </a:r>
            <a:r>
              <a:rPr lang="en-US" altLang="ko-KR" dirty="0" smtClean="0"/>
              <a:t>Consumer </a:t>
            </a:r>
            <a:r>
              <a:rPr lang="ko-KR" altLang="en-US" dirty="0" smtClean="0"/>
              <a:t>를 등록한다</a:t>
            </a:r>
            <a:r>
              <a:rPr lang="en-US" altLang="ko-KR" dirty="0" smtClean="0"/>
              <a:t>.</a:t>
            </a:r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617153"/>
            <a:ext cx="12192000" cy="52119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44849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0" y="18091"/>
            <a:ext cx="12192000" cy="881301"/>
          </a:xfrm>
        </p:spPr>
        <p:txBody>
          <a:bodyPr>
            <a:normAutofit/>
          </a:bodyPr>
          <a:lstStyle/>
          <a:p>
            <a:r>
              <a:rPr lang="en-US" altLang="ko-KR" b="1" dirty="0" smtClean="0"/>
              <a:t> Scope – Security Admin</a:t>
            </a:r>
            <a:endParaRPr lang="ko-KR" altLang="en-US" dirty="0"/>
          </a:p>
        </p:txBody>
      </p:sp>
      <p:sp>
        <p:nvSpPr>
          <p:cNvPr id="13" name="내용 개체 틀 2"/>
          <p:cNvSpPr txBox="1">
            <a:spLocks/>
          </p:cNvSpPr>
          <p:nvPr/>
        </p:nvSpPr>
        <p:spPr>
          <a:xfrm>
            <a:off x="0" y="1032470"/>
            <a:ext cx="12192000" cy="582553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dirty="0" smtClean="0"/>
              <a:t>EDA </a:t>
            </a:r>
            <a:r>
              <a:rPr lang="ko-KR" altLang="en-US" dirty="0" smtClean="0"/>
              <a:t>에 필요한 </a:t>
            </a:r>
            <a:r>
              <a:rPr lang="en-US" altLang="ko-KR" dirty="0" smtClean="0"/>
              <a:t>Admin Session </a:t>
            </a:r>
            <a:r>
              <a:rPr lang="ko-KR" altLang="en-US" dirty="0" smtClean="0"/>
              <a:t>과 </a:t>
            </a:r>
            <a:r>
              <a:rPr lang="en-US" altLang="ko-KR" dirty="0" smtClean="0"/>
              <a:t>ACL , Session </a:t>
            </a:r>
            <a:r>
              <a:rPr lang="ko-KR" altLang="en-US" dirty="0" smtClean="0"/>
              <a:t>을 정의 하고 </a:t>
            </a:r>
            <a:r>
              <a:rPr lang="en-US" altLang="ko-KR" dirty="0" smtClean="0"/>
              <a:t>Establish </a:t>
            </a:r>
            <a:r>
              <a:rPr lang="ko-KR" altLang="en-US" dirty="0" smtClean="0"/>
              <a:t>한다</a:t>
            </a:r>
            <a:r>
              <a:rPr lang="en-US" altLang="ko-KR" dirty="0" smtClean="0"/>
              <a:t>.</a:t>
            </a:r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839074"/>
            <a:ext cx="12192000" cy="50189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6427431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0" y="18091"/>
            <a:ext cx="12192000" cy="881301"/>
          </a:xfrm>
        </p:spPr>
        <p:txBody>
          <a:bodyPr>
            <a:normAutofit/>
          </a:bodyPr>
          <a:lstStyle/>
          <a:p>
            <a:r>
              <a:rPr lang="en-US" altLang="ko-KR" b="1" dirty="0" smtClean="0"/>
              <a:t> Scope - </a:t>
            </a:r>
            <a:r>
              <a:rPr lang="en-US" altLang="ko-KR" dirty="0"/>
              <a:t>User Group Account </a:t>
            </a:r>
            <a:r>
              <a:rPr lang="en-US" altLang="ko-KR" dirty="0" smtClean="0"/>
              <a:t>Management</a:t>
            </a:r>
            <a:endParaRPr lang="ko-KR" altLang="en-US" dirty="0"/>
          </a:p>
        </p:txBody>
      </p:sp>
      <p:sp>
        <p:nvSpPr>
          <p:cNvPr id="13" name="내용 개체 틀 2"/>
          <p:cNvSpPr txBox="1">
            <a:spLocks/>
          </p:cNvSpPr>
          <p:nvPr/>
        </p:nvSpPr>
        <p:spPr>
          <a:xfrm>
            <a:off x="0" y="1032470"/>
            <a:ext cx="12192000" cy="582553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dirty="0" smtClean="0"/>
              <a:t>EDA </a:t>
            </a:r>
            <a:r>
              <a:rPr lang="ko-KR" altLang="en-US" dirty="0" smtClean="0"/>
              <a:t>에 필요한 </a:t>
            </a:r>
            <a:r>
              <a:rPr lang="en-US" altLang="ko-KR" dirty="0" smtClean="0"/>
              <a:t>DCP </a:t>
            </a:r>
            <a:r>
              <a:rPr lang="ko-KR" altLang="en-US" dirty="0" smtClean="0"/>
              <a:t>를 정의한다</a:t>
            </a:r>
            <a:r>
              <a:rPr lang="en-US" altLang="ko-KR" dirty="0" smtClean="0"/>
              <a:t>.</a:t>
            </a:r>
          </a:p>
        </p:txBody>
      </p:sp>
      <p:pic>
        <p:nvPicPr>
          <p:cNvPr id="6" name="그림 5" descr="텍스트, 스크린샷, 소프트웨어, 번호이(가) 표시된 사진&#10;&#10;자동 생성된 설명"/>
          <p:cNvPicPr/>
          <p:nvPr/>
        </p:nvPicPr>
        <p:blipFill>
          <a:blip r:embed="rId2"/>
          <a:stretch>
            <a:fillRect/>
          </a:stretch>
        </p:blipFill>
        <p:spPr>
          <a:xfrm>
            <a:off x="0" y="1567544"/>
            <a:ext cx="12192000" cy="52904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843268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1457011"/>
          </a:xfrm>
        </p:spPr>
        <p:txBody>
          <a:bodyPr/>
          <a:lstStyle/>
          <a:p>
            <a:r>
              <a:rPr lang="en-US" altLang="ko-KR" b="1" dirty="0" smtClean="0"/>
              <a:t> Result </a:t>
            </a:r>
            <a:r>
              <a:rPr lang="en-US" altLang="ko-KR" b="1" dirty="0"/>
              <a:t>Notes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0" y="1245996"/>
            <a:ext cx="11353800" cy="4941015"/>
          </a:xfrm>
        </p:spPr>
        <p:txBody>
          <a:bodyPr/>
          <a:lstStyle/>
          <a:p>
            <a:r>
              <a:rPr lang="ko-KR" altLang="en-US" dirty="0" smtClean="0"/>
              <a:t>통합 </a:t>
            </a:r>
            <a:r>
              <a:rPr lang="en-US" altLang="ko-KR" dirty="0" smtClean="0"/>
              <a:t>UI </a:t>
            </a:r>
            <a:r>
              <a:rPr lang="ko-KR" altLang="en-US" dirty="0" smtClean="0"/>
              <a:t>하나로 </a:t>
            </a:r>
            <a:r>
              <a:rPr lang="en-US" altLang="ko-KR" dirty="0" smtClean="0"/>
              <a:t>EDA Operation </a:t>
            </a:r>
            <a:r>
              <a:rPr lang="ko-KR" altLang="en-US" dirty="0" smtClean="0"/>
              <a:t>수행 가능</a:t>
            </a:r>
            <a:r>
              <a:rPr lang="en-US" altLang="ko-KR" dirty="0" smtClean="0"/>
              <a:t>.</a:t>
            </a:r>
          </a:p>
          <a:p>
            <a:r>
              <a:rPr lang="en-US" altLang="ko-KR" dirty="0" smtClean="0"/>
              <a:t>EDA </a:t>
            </a:r>
            <a:r>
              <a:rPr lang="ko-KR" altLang="en-US" dirty="0" smtClean="0"/>
              <a:t>현황 을 한눈에 파악 가능</a:t>
            </a:r>
            <a:endParaRPr lang="en-US" altLang="ko-KR" dirty="0" smtClean="0"/>
          </a:p>
          <a:p>
            <a:r>
              <a:rPr lang="en-US" altLang="ko-KR" dirty="0" smtClean="0"/>
              <a:t>Abnormal Case </a:t>
            </a:r>
            <a:r>
              <a:rPr lang="ko-KR" altLang="en-US" dirty="0" smtClean="0"/>
              <a:t>발생 시 자동 조치 및 </a:t>
            </a:r>
            <a:r>
              <a:rPr lang="en-US" altLang="ko-KR" dirty="0" smtClean="0"/>
              <a:t>Tracking </a:t>
            </a:r>
            <a:r>
              <a:rPr lang="ko-KR" altLang="en-US" dirty="0" smtClean="0"/>
              <a:t>가능</a:t>
            </a:r>
            <a:r>
              <a:rPr lang="en-US" altLang="ko-KR" dirty="0" smtClean="0"/>
              <a:t>.</a:t>
            </a:r>
          </a:p>
          <a:p>
            <a:r>
              <a:rPr lang="en-US" altLang="ko-KR" dirty="0" smtClean="0"/>
              <a:t>Config </a:t>
            </a:r>
            <a:r>
              <a:rPr lang="ko-KR" altLang="en-US" dirty="0" smtClean="0"/>
              <a:t>수정</a:t>
            </a:r>
            <a:r>
              <a:rPr lang="en-US" altLang="ko-KR" dirty="0" smtClean="0"/>
              <a:t>,</a:t>
            </a:r>
            <a:r>
              <a:rPr lang="ko-KR" altLang="en-US" dirty="0" smtClean="0"/>
              <a:t>추가 가능 하며 </a:t>
            </a:r>
            <a:r>
              <a:rPr lang="en-US" altLang="ko-KR" dirty="0" smtClean="0"/>
              <a:t>Data </a:t>
            </a:r>
            <a:r>
              <a:rPr lang="ko-KR" altLang="en-US" dirty="0" smtClean="0"/>
              <a:t>끊김 없이 </a:t>
            </a:r>
            <a:r>
              <a:rPr lang="en-US" altLang="ko-KR" dirty="0" smtClean="0"/>
              <a:t>Patch </a:t>
            </a:r>
            <a:r>
              <a:rPr lang="ko-KR" altLang="en-US" dirty="0" smtClean="0"/>
              <a:t>가능</a:t>
            </a:r>
            <a:r>
              <a:rPr lang="en-US" altLang="ko-KR" dirty="0" smtClean="0"/>
              <a:t>.</a:t>
            </a:r>
          </a:p>
          <a:p>
            <a:r>
              <a:rPr lang="en-US" altLang="ko-KR" dirty="0" smtClean="0"/>
              <a:t>User Group Permission </a:t>
            </a:r>
            <a:r>
              <a:rPr lang="ko-KR" altLang="en-US" dirty="0" smtClean="0"/>
              <a:t>관리 용이</a:t>
            </a:r>
            <a:r>
              <a:rPr lang="en-US" altLang="ko-KR" dirty="0" smtClean="0"/>
              <a:t>.</a:t>
            </a:r>
          </a:p>
          <a:p>
            <a:r>
              <a:rPr lang="en-US" altLang="ko-KR" dirty="0" smtClean="0"/>
              <a:t>Application Control </a:t>
            </a:r>
            <a:r>
              <a:rPr lang="ko-KR" altLang="en-US" dirty="0" smtClean="0"/>
              <a:t>용이</a:t>
            </a:r>
            <a:r>
              <a:rPr lang="en-US" altLang="ko-KR" dirty="0" smtClean="0"/>
              <a:t>.</a:t>
            </a:r>
          </a:p>
          <a:p>
            <a:r>
              <a:rPr lang="en-US" altLang="ko-KR" dirty="0" smtClean="0"/>
              <a:t>Log Message </a:t>
            </a:r>
            <a:r>
              <a:rPr lang="ko-KR" altLang="en-US" dirty="0" smtClean="0"/>
              <a:t>간편하게 확인 가능</a:t>
            </a:r>
            <a:r>
              <a:rPr lang="en-US" altLang="ko-KR" dirty="0" smtClean="0"/>
              <a:t>.</a:t>
            </a:r>
          </a:p>
          <a:p>
            <a:endParaRPr lang="en-US" altLang="ko-KR" dirty="0" smtClean="0"/>
          </a:p>
          <a:p>
            <a:pPr marL="0" indent="0">
              <a:buNone/>
            </a:pPr>
            <a:endParaRPr lang="en-US" altLang="ko-KR" dirty="0"/>
          </a:p>
          <a:p>
            <a:pPr marL="0" indent="0">
              <a:buNone/>
            </a:pPr>
            <a:endParaRPr lang="en-US" altLang="ko-KR" dirty="0" smtClean="0"/>
          </a:p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03469561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1457011"/>
          </a:xfrm>
        </p:spPr>
        <p:txBody>
          <a:bodyPr/>
          <a:lstStyle/>
          <a:p>
            <a:r>
              <a:rPr lang="en-US" altLang="ko-KR" b="1" dirty="0" smtClean="0"/>
              <a:t> Result </a:t>
            </a:r>
            <a:r>
              <a:rPr lang="en-US" altLang="ko-KR" b="1" dirty="0"/>
              <a:t>Notes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0" y="1245996"/>
            <a:ext cx="11353800" cy="5612004"/>
          </a:xfrm>
        </p:spPr>
        <p:txBody>
          <a:bodyPr>
            <a:normAutofit fontScale="92500" lnSpcReduction="10000"/>
          </a:bodyPr>
          <a:lstStyle/>
          <a:p>
            <a:r>
              <a:rPr lang="en-US" altLang="ko-KR" dirty="0"/>
              <a:t>Dashboard </a:t>
            </a:r>
            <a:r>
              <a:rPr lang="ko-KR" altLang="en-US" dirty="0"/>
              <a:t>를 통해 비정상 상태 파악 용이</a:t>
            </a:r>
            <a:endParaRPr lang="ko-KR" altLang="en-US" dirty="0">
              <a:solidFill>
                <a:srgbClr val="000000"/>
              </a:solidFill>
              <a:latin typeface="맑은 고딕" panose="020B0503020000020004" pitchFamily="50" charset="-127"/>
            </a:endParaRPr>
          </a:p>
          <a:p>
            <a:r>
              <a:rPr lang="ko-KR" altLang="en-US" dirty="0"/>
              <a:t>각 </a:t>
            </a:r>
            <a:r>
              <a:rPr lang="en-US" altLang="ko-KR" dirty="0"/>
              <a:t>Instance</a:t>
            </a:r>
            <a:r>
              <a:rPr lang="ko-KR" altLang="en-US" dirty="0"/>
              <a:t>의 </a:t>
            </a:r>
            <a:r>
              <a:rPr lang="en-US" altLang="ko-KR" dirty="0"/>
              <a:t>Resource </a:t>
            </a:r>
            <a:r>
              <a:rPr lang="ko-KR" altLang="en-US" dirty="0"/>
              <a:t>정보 파악 </a:t>
            </a:r>
            <a:r>
              <a:rPr lang="ko-KR" altLang="en-US" dirty="0" smtClean="0"/>
              <a:t>용이</a:t>
            </a:r>
            <a:endParaRPr lang="en-US" altLang="ko-KR" dirty="0" smtClean="0"/>
          </a:p>
          <a:p>
            <a:pPr fontAlgn="ctr"/>
            <a:r>
              <a:rPr lang="en-US" altLang="ko-KR" dirty="0"/>
              <a:t>Auto Session </a:t>
            </a:r>
            <a:r>
              <a:rPr lang="en-US" altLang="ko-KR" dirty="0" err="1"/>
              <a:t>Reocvery</a:t>
            </a:r>
            <a:r>
              <a:rPr lang="en-US" altLang="ko-KR" dirty="0"/>
              <a:t> </a:t>
            </a:r>
            <a:r>
              <a:rPr lang="ko-KR" altLang="en-US" dirty="0"/>
              <a:t>기능을 통해 </a:t>
            </a:r>
            <a:r>
              <a:rPr lang="ko-KR" altLang="en-US" dirty="0" err="1"/>
              <a:t>자동복구</a:t>
            </a:r>
            <a:r>
              <a:rPr lang="en-US" altLang="ko-KR" dirty="0"/>
              <a:t>.</a:t>
            </a:r>
            <a:endParaRPr lang="en-US" altLang="ko-KR" dirty="0">
              <a:solidFill>
                <a:srgbClr val="000000"/>
              </a:solidFill>
              <a:latin typeface="맑은 고딕" panose="020B0503020000020004" pitchFamily="50" charset="-127"/>
            </a:endParaRPr>
          </a:p>
          <a:p>
            <a:pPr fontAlgn="ctr"/>
            <a:r>
              <a:rPr lang="ko-KR" altLang="en-US" dirty="0"/>
              <a:t>각 </a:t>
            </a:r>
            <a:r>
              <a:rPr lang="en-US" altLang="ko-KR" dirty="0"/>
              <a:t>Instance On/Off </a:t>
            </a:r>
            <a:r>
              <a:rPr lang="ko-KR" altLang="en-US" dirty="0"/>
              <a:t>제어</a:t>
            </a:r>
            <a:r>
              <a:rPr lang="en-US" altLang="ko-KR" dirty="0"/>
              <a:t>.</a:t>
            </a:r>
            <a:endParaRPr lang="en-US" altLang="ko-KR" dirty="0">
              <a:solidFill>
                <a:srgbClr val="000000"/>
              </a:solidFill>
              <a:latin typeface="맑은 고딕" panose="020B0503020000020004" pitchFamily="50" charset="-127"/>
            </a:endParaRPr>
          </a:p>
          <a:p>
            <a:r>
              <a:rPr lang="en-US" altLang="ko-KR" dirty="0"/>
              <a:t>Proxy </a:t>
            </a:r>
            <a:r>
              <a:rPr lang="ko-KR" altLang="en-US" dirty="0"/>
              <a:t>상태 파악 및 </a:t>
            </a:r>
            <a:r>
              <a:rPr lang="en-US" altLang="ko-KR" dirty="0"/>
              <a:t>Enable/Disable </a:t>
            </a:r>
            <a:r>
              <a:rPr lang="ko-KR" altLang="en-US" dirty="0"/>
              <a:t>제어</a:t>
            </a:r>
            <a:r>
              <a:rPr lang="en-US" altLang="ko-KR" dirty="0"/>
              <a:t>.</a:t>
            </a:r>
            <a:endParaRPr lang="en-US" altLang="ko-KR" dirty="0">
              <a:solidFill>
                <a:srgbClr val="000000"/>
              </a:solidFill>
              <a:latin typeface="맑은 고딕" panose="020B0503020000020004" pitchFamily="50" charset="-127"/>
            </a:endParaRPr>
          </a:p>
          <a:p>
            <a:pPr fontAlgn="ctr"/>
            <a:r>
              <a:rPr lang="en-US" altLang="ko-KR" dirty="0"/>
              <a:t>Consumer </a:t>
            </a:r>
            <a:r>
              <a:rPr lang="ko-KR" altLang="en-US" dirty="0"/>
              <a:t>및 </a:t>
            </a:r>
            <a:r>
              <a:rPr lang="en-US" altLang="ko-KR" dirty="0"/>
              <a:t>Has Config </a:t>
            </a:r>
            <a:r>
              <a:rPr lang="ko-KR" altLang="en-US" dirty="0"/>
              <a:t>설정 및 </a:t>
            </a:r>
            <a:r>
              <a:rPr lang="en-US" altLang="ko-KR" dirty="0"/>
              <a:t>Deploy</a:t>
            </a:r>
            <a:endParaRPr lang="en-US" altLang="ko-KR" dirty="0">
              <a:solidFill>
                <a:srgbClr val="000000"/>
              </a:solidFill>
              <a:latin typeface="맑은 고딕" panose="020B0503020000020004" pitchFamily="50" charset="-127"/>
            </a:endParaRPr>
          </a:p>
          <a:p>
            <a:pPr fontAlgn="ctr"/>
            <a:r>
              <a:rPr lang="ko-KR" altLang="en-US" dirty="0"/>
              <a:t>장비의 자세한 </a:t>
            </a:r>
            <a:r>
              <a:rPr lang="ko-KR" altLang="en-US" dirty="0" err="1"/>
              <a:t>전송상태</a:t>
            </a:r>
            <a:r>
              <a:rPr lang="ko-KR" altLang="en-US" dirty="0"/>
              <a:t> 파악 가능</a:t>
            </a:r>
            <a:r>
              <a:rPr lang="en-US" altLang="ko-KR" dirty="0"/>
              <a:t>.</a:t>
            </a:r>
            <a:endParaRPr lang="en-US" altLang="ko-KR" dirty="0">
              <a:solidFill>
                <a:srgbClr val="000000"/>
              </a:solidFill>
              <a:latin typeface="맑은 고딕" panose="020B0503020000020004" pitchFamily="50" charset="-127"/>
            </a:endParaRPr>
          </a:p>
          <a:p>
            <a:pPr fontAlgn="ctr"/>
            <a:r>
              <a:rPr lang="ko-KR" altLang="en-US" dirty="0"/>
              <a:t>장비에서 </a:t>
            </a:r>
            <a:r>
              <a:rPr lang="en-US" altLang="ko-KR" dirty="0"/>
              <a:t>Consumer</a:t>
            </a:r>
            <a:r>
              <a:rPr lang="ko-KR" altLang="en-US" dirty="0"/>
              <a:t>로 보내는 각 </a:t>
            </a:r>
            <a:r>
              <a:rPr lang="en-US" altLang="ko-KR" dirty="0"/>
              <a:t>Data Tracking </a:t>
            </a:r>
            <a:r>
              <a:rPr lang="ko-KR" altLang="en-US" dirty="0"/>
              <a:t>가능</a:t>
            </a:r>
            <a:r>
              <a:rPr lang="en-US" altLang="ko-KR" dirty="0"/>
              <a:t>. </a:t>
            </a:r>
            <a:endParaRPr lang="en-US" altLang="ko-KR" dirty="0" smtClean="0"/>
          </a:p>
          <a:p>
            <a:pPr fontAlgn="ctr"/>
            <a:r>
              <a:rPr lang="en-US" altLang="ko-KR" dirty="0" err="1"/>
              <a:t>Svid</a:t>
            </a:r>
            <a:r>
              <a:rPr lang="en-US" altLang="ko-KR" dirty="0"/>
              <a:t> </a:t>
            </a:r>
            <a:r>
              <a:rPr lang="ko-KR" altLang="en-US" dirty="0"/>
              <a:t>기준으로 </a:t>
            </a:r>
            <a:r>
              <a:rPr lang="en-US" altLang="ko-KR" dirty="0"/>
              <a:t>Parameter </a:t>
            </a:r>
            <a:r>
              <a:rPr lang="ko-KR" altLang="en-US" dirty="0"/>
              <a:t>검색 가능</a:t>
            </a:r>
            <a:r>
              <a:rPr lang="en-US" altLang="ko-KR" dirty="0"/>
              <a:t>.</a:t>
            </a:r>
            <a:endParaRPr lang="en-US" altLang="ko-KR" dirty="0">
              <a:solidFill>
                <a:srgbClr val="000000"/>
              </a:solidFill>
              <a:latin typeface="맑은 고딕" panose="020B0503020000020004" pitchFamily="50" charset="-127"/>
            </a:endParaRPr>
          </a:p>
          <a:p>
            <a:pPr fontAlgn="ctr"/>
            <a:r>
              <a:rPr lang="en-US" altLang="ko-KR" dirty="0"/>
              <a:t>Operation Log </a:t>
            </a:r>
            <a:r>
              <a:rPr lang="ko-KR" altLang="en-US" dirty="0"/>
              <a:t>검색 가능</a:t>
            </a:r>
            <a:r>
              <a:rPr lang="en-US" altLang="ko-KR" dirty="0"/>
              <a:t>.</a:t>
            </a:r>
            <a:endParaRPr lang="en-US" altLang="ko-KR" dirty="0">
              <a:solidFill>
                <a:srgbClr val="000000"/>
              </a:solidFill>
              <a:latin typeface="맑은 고딕" panose="020B0503020000020004" pitchFamily="50" charset="-127"/>
            </a:endParaRPr>
          </a:p>
          <a:p>
            <a:pPr fontAlgn="ctr"/>
            <a:r>
              <a:rPr lang="en-US" altLang="ko-KR" dirty="0"/>
              <a:t>Abnormal History </a:t>
            </a:r>
            <a:r>
              <a:rPr lang="ko-KR" altLang="en-US" dirty="0"/>
              <a:t>검색 가능</a:t>
            </a:r>
            <a:r>
              <a:rPr lang="en-US" altLang="ko-KR" dirty="0"/>
              <a:t>.</a:t>
            </a:r>
            <a:endParaRPr lang="en-US" altLang="ko-KR" dirty="0">
              <a:solidFill>
                <a:srgbClr val="000000"/>
              </a:solidFill>
              <a:latin typeface="맑은 고딕" panose="020B0503020000020004" pitchFamily="50" charset="-127"/>
            </a:endParaRPr>
          </a:p>
          <a:p>
            <a:pPr fontAlgn="ctr"/>
            <a:r>
              <a:rPr lang="ko-KR" altLang="en-US" dirty="0"/>
              <a:t>각 </a:t>
            </a:r>
            <a:r>
              <a:rPr lang="ko-KR" altLang="en-US" dirty="0" err="1"/>
              <a:t>유저별</a:t>
            </a:r>
            <a:r>
              <a:rPr lang="ko-KR" altLang="en-US" dirty="0"/>
              <a:t> </a:t>
            </a:r>
            <a:r>
              <a:rPr lang="en-US" altLang="ko-KR" dirty="0"/>
              <a:t>Group </a:t>
            </a:r>
            <a:r>
              <a:rPr lang="ko-KR" altLang="en-US" dirty="0"/>
              <a:t>권한 관리 가능</a:t>
            </a:r>
            <a:r>
              <a:rPr lang="en-US" altLang="ko-KR" dirty="0"/>
              <a:t>.</a:t>
            </a:r>
            <a:endParaRPr lang="en-US" altLang="ko-KR" dirty="0">
              <a:solidFill>
                <a:srgbClr val="000000"/>
              </a:solidFill>
              <a:latin typeface="맑은 고딕" panose="020B0503020000020004" pitchFamily="50" charset="-127"/>
            </a:endParaRPr>
          </a:p>
          <a:p>
            <a:pPr fontAlgn="ctr"/>
            <a:endParaRPr lang="en-US" altLang="ko-KR" dirty="0">
              <a:solidFill>
                <a:srgbClr val="000000"/>
              </a:solidFill>
              <a:latin typeface="맑은 고딕" panose="020B0503020000020004" pitchFamily="50" charset="-127"/>
            </a:endParaRPr>
          </a:p>
          <a:p>
            <a:endParaRPr lang="en-US" altLang="ko-KR" dirty="0" smtClean="0"/>
          </a:p>
          <a:p>
            <a:pPr marL="0" indent="0">
              <a:buNone/>
            </a:pPr>
            <a:endParaRPr lang="en-US" altLang="ko-KR" dirty="0"/>
          </a:p>
          <a:p>
            <a:pPr marL="0" indent="0">
              <a:buNone/>
            </a:pPr>
            <a:endParaRPr lang="en-US" altLang="ko-KR" dirty="0" smtClean="0"/>
          </a:p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86635616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1115367"/>
          </a:xfrm>
        </p:spPr>
        <p:txBody>
          <a:bodyPr/>
          <a:lstStyle/>
          <a:p>
            <a:r>
              <a:rPr lang="en-US" altLang="ko-KR" b="1" dirty="0" smtClean="0"/>
              <a:t> Result </a:t>
            </a:r>
            <a:r>
              <a:rPr lang="en-US" altLang="ko-KR" b="1" dirty="0"/>
              <a:t>Notes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0" y="1245996"/>
            <a:ext cx="11353800" cy="5612004"/>
          </a:xfrm>
        </p:spPr>
        <p:txBody>
          <a:bodyPr>
            <a:normAutofit/>
          </a:bodyPr>
          <a:lstStyle/>
          <a:p>
            <a:r>
              <a:rPr lang="ko-KR" altLang="en-US" dirty="0" smtClean="0"/>
              <a:t>현업들이 고도화 버전의 </a:t>
            </a:r>
            <a:r>
              <a:rPr lang="en-US" altLang="ko-KR" dirty="0" err="1" smtClean="0"/>
              <a:t>AutoSessionRecovery</a:t>
            </a:r>
            <a:r>
              <a:rPr lang="en-US" altLang="ko-KR" dirty="0" smtClean="0"/>
              <a:t>, </a:t>
            </a:r>
            <a:r>
              <a:rPr lang="ko-KR" altLang="en-US" dirty="0" err="1" smtClean="0"/>
              <a:t>통합알림</a:t>
            </a:r>
            <a:r>
              <a:rPr lang="ko-KR" altLang="en-US" dirty="0" smtClean="0"/>
              <a:t> 기능 등이 있어 고도화 버전을 희망</a:t>
            </a:r>
            <a:r>
              <a:rPr lang="en-US" altLang="ko-KR" dirty="0" smtClean="0"/>
              <a:t>.</a:t>
            </a:r>
          </a:p>
          <a:p>
            <a:r>
              <a:rPr lang="en-US" altLang="ko-KR" dirty="0">
                <a:solidFill>
                  <a:srgbClr val="000000"/>
                </a:solidFill>
                <a:latin typeface="맑은 고딕" panose="020B0503020000020004" pitchFamily="50" charset="-127"/>
              </a:rPr>
              <a:t> </a:t>
            </a:r>
            <a:r>
              <a:rPr lang="en-US" altLang="ko-KR" dirty="0" smtClean="0">
                <a:solidFill>
                  <a:srgbClr val="000000"/>
                </a:solidFill>
                <a:latin typeface="맑은 고딕" panose="020B0503020000020004" pitchFamily="50" charset="-127"/>
              </a:rPr>
              <a:t>-&gt;</a:t>
            </a:r>
            <a:r>
              <a:rPr lang="ko-KR" altLang="en-US" dirty="0" smtClean="0">
                <a:solidFill>
                  <a:srgbClr val="000000"/>
                </a:solidFill>
                <a:latin typeface="맑은 고딕" panose="020B0503020000020004" pitchFamily="50" charset="-127"/>
              </a:rPr>
              <a:t>최초 계약보다 </a:t>
            </a:r>
            <a:r>
              <a:rPr lang="en-US" altLang="ko-KR" dirty="0" smtClean="0">
                <a:solidFill>
                  <a:srgbClr val="000000"/>
                </a:solidFill>
                <a:latin typeface="맑은 고딕" panose="020B0503020000020004" pitchFamily="50" charset="-127"/>
              </a:rPr>
              <a:t>300%</a:t>
            </a:r>
            <a:r>
              <a:rPr lang="ko-KR" altLang="en-US" dirty="0" smtClean="0">
                <a:solidFill>
                  <a:srgbClr val="000000"/>
                </a:solidFill>
                <a:latin typeface="맑은 고딕" panose="020B0503020000020004" pitchFamily="50" charset="-127"/>
              </a:rPr>
              <a:t> 더 계약</a:t>
            </a:r>
            <a:r>
              <a:rPr lang="en-US" altLang="ko-KR" dirty="0" smtClean="0">
                <a:solidFill>
                  <a:srgbClr val="000000"/>
                </a:solidFill>
                <a:latin typeface="맑은 고딕" panose="020B0503020000020004" pitchFamily="50" charset="-127"/>
              </a:rPr>
              <a:t>.</a:t>
            </a:r>
          </a:p>
          <a:p>
            <a:r>
              <a:rPr lang="en-US" altLang="ko-KR" dirty="0" smtClean="0">
                <a:solidFill>
                  <a:srgbClr val="000000"/>
                </a:solidFill>
                <a:latin typeface="맑은 고딕" panose="020B0503020000020004" pitchFamily="50" charset="-127"/>
              </a:rPr>
              <a:t>PM </a:t>
            </a:r>
            <a:r>
              <a:rPr lang="ko-KR" altLang="en-US" dirty="0" smtClean="0">
                <a:solidFill>
                  <a:srgbClr val="000000"/>
                </a:solidFill>
                <a:latin typeface="맑은 고딕" panose="020B0503020000020004" pitchFamily="50" charset="-127"/>
              </a:rPr>
              <a:t>시 걸리는 시간 단축</a:t>
            </a:r>
            <a:endParaRPr lang="en-US" altLang="ko-KR" dirty="0" smtClean="0">
              <a:solidFill>
                <a:srgbClr val="000000"/>
              </a:solidFill>
              <a:latin typeface="맑은 고딕" panose="020B0503020000020004" pitchFamily="50" charset="-127"/>
            </a:endParaRPr>
          </a:p>
          <a:p>
            <a:pPr marL="0" indent="0">
              <a:buNone/>
            </a:pPr>
            <a:r>
              <a:rPr lang="en-US" altLang="ko-KR" dirty="0" smtClean="0">
                <a:solidFill>
                  <a:srgbClr val="000000"/>
                </a:solidFill>
                <a:latin typeface="맑은 고딕" panose="020B0503020000020004" pitchFamily="50" charset="-127"/>
              </a:rPr>
              <a:t>  -&gt; 1</a:t>
            </a:r>
            <a:r>
              <a:rPr lang="ko-KR" altLang="en-US" dirty="0" smtClean="0">
                <a:solidFill>
                  <a:srgbClr val="000000"/>
                </a:solidFill>
                <a:latin typeface="맑은 고딕" panose="020B0503020000020004" pitchFamily="50" charset="-127"/>
              </a:rPr>
              <a:t>시간 </a:t>
            </a:r>
            <a:r>
              <a:rPr lang="en-US" altLang="ko-KR" dirty="0" smtClean="0">
                <a:solidFill>
                  <a:srgbClr val="000000"/>
                </a:solidFill>
                <a:latin typeface="맑은 고딕" panose="020B0503020000020004" pitchFamily="50" charset="-127"/>
              </a:rPr>
              <a:t>20</a:t>
            </a:r>
            <a:r>
              <a:rPr lang="ko-KR" altLang="en-US" dirty="0" smtClean="0">
                <a:solidFill>
                  <a:srgbClr val="000000"/>
                </a:solidFill>
                <a:latin typeface="맑은 고딕" panose="020B0503020000020004" pitchFamily="50" charset="-127"/>
              </a:rPr>
              <a:t>분 단축 </a:t>
            </a:r>
            <a:r>
              <a:rPr lang="en-US" altLang="ko-KR" dirty="0" smtClean="0">
                <a:solidFill>
                  <a:srgbClr val="000000"/>
                </a:solidFill>
                <a:latin typeface="맑은 고딕" panose="020B0503020000020004" pitchFamily="50" charset="-127"/>
              </a:rPr>
              <a:t>/ 1</a:t>
            </a:r>
            <a:r>
              <a:rPr lang="ko-KR" altLang="en-US" dirty="0" smtClean="0">
                <a:solidFill>
                  <a:srgbClr val="000000"/>
                </a:solidFill>
                <a:latin typeface="맑은 고딕" panose="020B0503020000020004" pitchFamily="50" charset="-127"/>
              </a:rPr>
              <a:t>시간</a:t>
            </a:r>
            <a:r>
              <a:rPr lang="en-US" altLang="ko-KR" dirty="0" smtClean="0">
                <a:solidFill>
                  <a:srgbClr val="000000"/>
                </a:solidFill>
                <a:latin typeface="맑은 고딕" panose="020B0503020000020004" pitchFamily="50" charset="-127"/>
              </a:rPr>
              <a:t>30</a:t>
            </a:r>
            <a:r>
              <a:rPr lang="ko-KR" altLang="en-US" dirty="0" smtClean="0">
                <a:solidFill>
                  <a:srgbClr val="000000"/>
                </a:solidFill>
                <a:latin typeface="맑은 고딕" panose="020B0503020000020004" pitchFamily="50" charset="-127"/>
              </a:rPr>
              <a:t>분 </a:t>
            </a:r>
            <a:r>
              <a:rPr lang="en-US" altLang="ko-KR" dirty="0" smtClean="0">
                <a:solidFill>
                  <a:srgbClr val="000000"/>
                </a:solidFill>
                <a:latin typeface="맑은 고딕" panose="020B0503020000020004" pitchFamily="50" charset="-127"/>
              </a:rPr>
              <a:t>&gt; 10</a:t>
            </a:r>
            <a:r>
              <a:rPr lang="ko-KR" altLang="en-US" dirty="0" smtClean="0">
                <a:solidFill>
                  <a:srgbClr val="000000"/>
                </a:solidFill>
                <a:latin typeface="맑은 고딕" panose="020B0503020000020004" pitchFamily="50" charset="-127"/>
              </a:rPr>
              <a:t>분 </a:t>
            </a:r>
            <a:endParaRPr lang="en-US" altLang="ko-KR" dirty="0" smtClean="0">
              <a:solidFill>
                <a:srgbClr val="000000"/>
              </a:solidFill>
              <a:latin typeface="맑은 고딕" panose="020B0503020000020004" pitchFamily="50" charset="-127"/>
            </a:endParaRPr>
          </a:p>
          <a:p>
            <a:r>
              <a:rPr lang="ko-KR" altLang="en-US" dirty="0" smtClean="0">
                <a:solidFill>
                  <a:srgbClr val="000000"/>
                </a:solidFill>
                <a:latin typeface="맑은 고딕" panose="020B0503020000020004" pitchFamily="50" charset="-127"/>
              </a:rPr>
              <a:t>이상 데이터 발생 시 </a:t>
            </a:r>
            <a:r>
              <a:rPr lang="en-US" altLang="ko-KR" dirty="0" smtClean="0">
                <a:solidFill>
                  <a:srgbClr val="000000"/>
                </a:solidFill>
                <a:latin typeface="맑은 고딕" panose="020B0503020000020004" pitchFamily="50" charset="-127"/>
              </a:rPr>
              <a:t>Log </a:t>
            </a:r>
            <a:r>
              <a:rPr lang="ko-KR" altLang="en-US" dirty="0" smtClean="0">
                <a:solidFill>
                  <a:srgbClr val="000000"/>
                </a:solidFill>
                <a:latin typeface="맑은 고딕" panose="020B0503020000020004" pitchFamily="50" charset="-127"/>
              </a:rPr>
              <a:t>데이터 확인 용이</a:t>
            </a:r>
            <a:endParaRPr lang="en-US" altLang="ko-KR" dirty="0" smtClean="0">
              <a:solidFill>
                <a:srgbClr val="000000"/>
              </a:solidFill>
              <a:latin typeface="맑은 고딕" panose="020B0503020000020004" pitchFamily="50" charset="-127"/>
            </a:endParaRPr>
          </a:p>
          <a:p>
            <a:pPr marL="0" indent="0">
              <a:buNone/>
            </a:pPr>
            <a:r>
              <a:rPr lang="en-US" altLang="ko-KR" dirty="0">
                <a:solidFill>
                  <a:srgbClr val="000000"/>
                </a:solidFill>
                <a:latin typeface="맑은 고딕" panose="020B0503020000020004" pitchFamily="50" charset="-127"/>
              </a:rPr>
              <a:t>  </a:t>
            </a:r>
            <a:r>
              <a:rPr lang="en-US" altLang="ko-KR" dirty="0" smtClean="0">
                <a:solidFill>
                  <a:srgbClr val="000000"/>
                </a:solidFill>
                <a:latin typeface="맑은 고딕" panose="020B0503020000020004" pitchFamily="50" charset="-127"/>
              </a:rPr>
              <a:t>-&gt; </a:t>
            </a:r>
            <a:r>
              <a:rPr lang="ko-KR" altLang="en-US" dirty="0" smtClean="0">
                <a:solidFill>
                  <a:srgbClr val="000000"/>
                </a:solidFill>
                <a:latin typeface="맑은 고딕" panose="020B0503020000020004" pitchFamily="50" charset="-127"/>
              </a:rPr>
              <a:t>각 서버의 </a:t>
            </a:r>
            <a:r>
              <a:rPr lang="en-US" altLang="ko-KR" dirty="0" smtClean="0">
                <a:solidFill>
                  <a:srgbClr val="000000"/>
                </a:solidFill>
                <a:latin typeface="맑은 고딕" panose="020B0503020000020004" pitchFamily="50" charset="-127"/>
              </a:rPr>
              <a:t>Log </a:t>
            </a:r>
            <a:r>
              <a:rPr lang="ko-KR" altLang="en-US" dirty="0" smtClean="0">
                <a:solidFill>
                  <a:srgbClr val="000000"/>
                </a:solidFill>
                <a:latin typeface="맑은 고딕" panose="020B0503020000020004" pitchFamily="50" charset="-127"/>
              </a:rPr>
              <a:t>파일을 하나하나 찾아서 눈으로 비교 </a:t>
            </a:r>
            <a:r>
              <a:rPr lang="en-US" altLang="ko-KR" dirty="0" smtClean="0">
                <a:solidFill>
                  <a:srgbClr val="000000"/>
                </a:solidFill>
                <a:latin typeface="맑은 고딕" panose="020B0503020000020004" pitchFamily="50" charset="-127"/>
              </a:rPr>
              <a:t>/ </a:t>
            </a:r>
            <a:r>
              <a:rPr lang="ko-KR" altLang="en-US" dirty="0" smtClean="0">
                <a:solidFill>
                  <a:srgbClr val="000000"/>
                </a:solidFill>
                <a:latin typeface="맑은 고딕" panose="020B0503020000020004" pitchFamily="50" charset="-127"/>
              </a:rPr>
              <a:t>클릭 한번으로 </a:t>
            </a:r>
            <a:r>
              <a:rPr lang="en-US" altLang="ko-KR" dirty="0" smtClean="0">
                <a:solidFill>
                  <a:srgbClr val="000000"/>
                </a:solidFill>
                <a:latin typeface="맑은 고딕" panose="020B0503020000020004" pitchFamily="50" charset="-127"/>
              </a:rPr>
              <a:t>Log</a:t>
            </a:r>
            <a:r>
              <a:rPr lang="ko-KR" altLang="en-US" dirty="0" smtClean="0">
                <a:solidFill>
                  <a:srgbClr val="000000"/>
                </a:solidFill>
                <a:latin typeface="맑은 고딕" panose="020B0503020000020004" pitchFamily="50" charset="-127"/>
              </a:rPr>
              <a:t>데이터 파악 가능</a:t>
            </a:r>
            <a:r>
              <a:rPr lang="en-US" altLang="ko-KR" dirty="0" smtClean="0">
                <a:solidFill>
                  <a:srgbClr val="000000"/>
                </a:solidFill>
                <a:latin typeface="맑은 고딕" panose="020B0503020000020004" pitchFamily="50" charset="-127"/>
              </a:rPr>
              <a:t>.</a:t>
            </a:r>
            <a:endParaRPr lang="en-US" altLang="ko-KR" dirty="0">
              <a:solidFill>
                <a:srgbClr val="000000"/>
              </a:solidFill>
              <a:latin typeface="맑은 고딕" panose="020B0503020000020004" pitchFamily="50" charset="-127"/>
            </a:endParaRPr>
          </a:p>
          <a:p>
            <a:endParaRPr lang="en-US" altLang="ko-KR" dirty="0" smtClean="0">
              <a:solidFill>
                <a:srgbClr val="000000"/>
              </a:solidFill>
              <a:latin typeface="맑은 고딕" panose="020B0503020000020004" pitchFamily="50" charset="-127"/>
            </a:endParaRPr>
          </a:p>
          <a:p>
            <a:pPr marL="0" indent="0">
              <a:buNone/>
            </a:pPr>
            <a:endParaRPr lang="en-US" altLang="ko-KR" dirty="0">
              <a:solidFill>
                <a:srgbClr val="000000"/>
              </a:solidFill>
              <a:latin typeface="맑은 고딕" panose="020B0503020000020004" pitchFamily="50" charset="-127"/>
            </a:endParaRPr>
          </a:p>
          <a:p>
            <a:endParaRPr lang="en-US" altLang="ko-KR" dirty="0" smtClean="0"/>
          </a:p>
          <a:p>
            <a:pPr marL="0" indent="0">
              <a:buNone/>
            </a:pPr>
            <a:endParaRPr lang="en-US" altLang="ko-KR" dirty="0"/>
          </a:p>
          <a:p>
            <a:pPr marL="0" indent="0">
              <a:buNone/>
            </a:pPr>
            <a:endParaRPr lang="en-US" altLang="ko-KR" dirty="0" smtClean="0"/>
          </a:p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50245580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7227</TotalTime>
  <Words>994</Words>
  <Application>Microsoft Office PowerPoint</Application>
  <PresentationFormat>와이드스크린</PresentationFormat>
  <Paragraphs>187</Paragraphs>
  <Slides>25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7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25</vt:i4>
      </vt:variant>
    </vt:vector>
  </HeadingPairs>
  <TitlesOfParts>
    <vt:vector size="33" baseType="lpstr">
      <vt:lpstr>Poppins</vt:lpstr>
      <vt:lpstr>Poppins Medium</vt:lpstr>
      <vt:lpstr>나눔스퀘어 ExtraBold</vt:lpstr>
      <vt:lpstr>맑은 고딕</vt:lpstr>
      <vt:lpstr>맑은 고딕 Semilight</vt:lpstr>
      <vt:lpstr>Arial</vt:lpstr>
      <vt:lpstr>Wingdings</vt:lpstr>
      <vt:lpstr>Office 테마</vt:lpstr>
      <vt:lpstr>MAS-UI</vt:lpstr>
      <vt:lpstr> Introduction</vt:lpstr>
      <vt:lpstr>User Journey Map</vt:lpstr>
      <vt:lpstr>Dashboard 를 통한 System 및 장비 상태 모니터링</vt:lpstr>
      <vt:lpstr>솔루션 통합 Configuration 제어</vt:lpstr>
      <vt:lpstr>Load Balancer &amp; IP Hash를 이용한 Fail-Over 시스템 구성</vt:lpstr>
      <vt:lpstr> Problem Setup</vt:lpstr>
      <vt:lpstr> Scope</vt:lpstr>
      <vt:lpstr> Scope - DashBoard 장비 Discovery 현황</vt:lpstr>
      <vt:lpstr> Scope - NewData Trasmission 현황</vt:lpstr>
      <vt:lpstr> Scope - Auto Session Recovery Config Status</vt:lpstr>
      <vt:lpstr> Scope - Abnormal Transaction History</vt:lpstr>
      <vt:lpstr> Scope - Application/Server Resource</vt:lpstr>
      <vt:lpstr> Scope - 각 Application Control</vt:lpstr>
      <vt:lpstr> Scope - Proxy Status , Control</vt:lpstr>
      <vt:lpstr> Scope - Application Config 관리</vt:lpstr>
      <vt:lpstr> Scope - Data Transmission Tracking</vt:lpstr>
      <vt:lpstr> Scope - Abnormal History Search</vt:lpstr>
      <vt:lpstr> Scope - User Group Account Management</vt:lpstr>
      <vt:lpstr> Scope – Equipment &amp; Consumer</vt:lpstr>
      <vt:lpstr> Scope – Security Admin</vt:lpstr>
      <vt:lpstr> Scope - User Group Account Management</vt:lpstr>
      <vt:lpstr> Result Notes</vt:lpstr>
      <vt:lpstr> Result Notes</vt:lpstr>
      <vt:lpstr> Result Notes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Log Detection Tool</dc:title>
  <dc:creator>doople02</dc:creator>
  <cp:lastModifiedBy>박준호</cp:lastModifiedBy>
  <cp:revision>40</cp:revision>
  <dcterms:created xsi:type="dcterms:W3CDTF">2025-07-23T02:54:33Z</dcterms:created>
  <dcterms:modified xsi:type="dcterms:W3CDTF">2026-02-11T01:18:14Z</dcterms:modified>
</cp:coreProperties>
</file>